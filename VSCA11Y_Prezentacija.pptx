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7" r:id="rId5"/>
    <p:sldId id="268" r:id="rId6"/>
    <p:sldId id="269" r:id="rId7"/>
    <p:sldId id="262" r:id="rId8"/>
    <p:sldId id="263" r:id="rId9"/>
    <p:sldId id="259" r:id="rId10"/>
    <p:sldId id="260" r:id="rId11"/>
    <p:sldId id="261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78B42D3-DBC9-482B-BEEE-29BB437F2E5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29CD954-580B-4A87-8AFB-FB22347464ED}">
      <dgm:prSet/>
      <dgm:spPr/>
      <dgm:t>
        <a:bodyPr/>
        <a:lstStyle/>
        <a:p>
          <a:r>
            <a:rPr lang="en-US" b="0" i="0" baseline="0" dirty="0"/>
            <a:t>Ishihara test </a:t>
          </a:r>
          <a:r>
            <a:rPr lang="en-US" b="0" i="0" baseline="0" dirty="0" err="1"/>
            <a:t>služi</a:t>
          </a:r>
          <a:r>
            <a:rPr lang="en-US" b="0" i="0" baseline="0" dirty="0"/>
            <a:t> za </a:t>
          </a:r>
          <a:r>
            <a:rPr lang="en-US" b="0" i="0" baseline="0" dirty="0" err="1"/>
            <a:t>provjeru</a:t>
          </a:r>
          <a:r>
            <a:rPr lang="en-US" b="0" i="0" baseline="0" dirty="0"/>
            <a:t> </a:t>
          </a:r>
          <a:r>
            <a:rPr lang="en-US" b="0" i="0" baseline="0" dirty="0" err="1"/>
            <a:t>raspoznavanja</a:t>
          </a:r>
          <a:r>
            <a:rPr lang="en-US" b="0" i="0" baseline="0" dirty="0"/>
            <a:t> </a:t>
          </a:r>
          <a:r>
            <a:rPr lang="en-US" b="0" i="0" baseline="0" dirty="0" err="1"/>
            <a:t>boja</a:t>
          </a:r>
          <a:endParaRPr lang="en-US" dirty="0"/>
        </a:p>
      </dgm:t>
    </dgm:pt>
    <dgm:pt modelId="{B8E21656-F268-42B1-BB5B-EE79D2FEC237}" type="parTrans" cxnId="{1A3DB804-A2B5-4EA7-95A4-B24760054EF1}">
      <dgm:prSet/>
      <dgm:spPr/>
      <dgm:t>
        <a:bodyPr/>
        <a:lstStyle/>
        <a:p>
          <a:endParaRPr lang="en-US"/>
        </a:p>
      </dgm:t>
    </dgm:pt>
    <dgm:pt modelId="{CCFDC074-D427-4922-8777-D97E26655191}" type="sibTrans" cxnId="{1A3DB804-A2B5-4EA7-95A4-B24760054EF1}">
      <dgm:prSet/>
      <dgm:spPr/>
      <dgm:t>
        <a:bodyPr/>
        <a:lstStyle/>
        <a:p>
          <a:endParaRPr lang="en-US"/>
        </a:p>
      </dgm:t>
    </dgm:pt>
    <dgm:pt modelId="{7A487677-C17B-4F02-8E5A-95F76761AF91}">
      <dgm:prSet/>
      <dgm:spPr/>
      <dgm:t>
        <a:bodyPr/>
        <a:lstStyle/>
        <a:p>
          <a:r>
            <a:rPr lang="en-US" b="0" i="0" baseline="0" dirty="0" err="1"/>
            <a:t>Najčešće</a:t>
          </a:r>
          <a:r>
            <a:rPr lang="en-US" b="0" i="0" baseline="0" dirty="0"/>
            <a:t> se </a:t>
          </a:r>
          <a:r>
            <a:rPr lang="en-US" b="0" i="0" baseline="0" dirty="0" err="1"/>
            <a:t>koristi</a:t>
          </a:r>
          <a:r>
            <a:rPr lang="en-US" b="0" i="0" baseline="0" dirty="0"/>
            <a:t> za </a:t>
          </a:r>
          <a:r>
            <a:rPr lang="en-US" b="0" i="0" baseline="0" dirty="0" err="1"/>
            <a:t>otkrivanje</a:t>
          </a:r>
          <a:r>
            <a:rPr lang="en-US" b="0" i="0" baseline="0" dirty="0"/>
            <a:t> </a:t>
          </a:r>
          <a:r>
            <a:rPr lang="en-US" b="0" i="0" baseline="0" dirty="0" err="1"/>
            <a:t>daltonizma</a:t>
          </a:r>
          <a:endParaRPr lang="en-US" dirty="0"/>
        </a:p>
      </dgm:t>
    </dgm:pt>
    <dgm:pt modelId="{3D563C10-2DDD-4848-9389-C37332045E93}" type="parTrans" cxnId="{0DF6A6E9-F39E-4328-8182-4686F5DC6988}">
      <dgm:prSet/>
      <dgm:spPr/>
      <dgm:t>
        <a:bodyPr/>
        <a:lstStyle/>
        <a:p>
          <a:endParaRPr lang="en-US"/>
        </a:p>
      </dgm:t>
    </dgm:pt>
    <dgm:pt modelId="{2064B7E1-12B9-4E25-B2DF-A84C681B476F}" type="sibTrans" cxnId="{0DF6A6E9-F39E-4328-8182-4686F5DC6988}">
      <dgm:prSet/>
      <dgm:spPr/>
      <dgm:t>
        <a:bodyPr/>
        <a:lstStyle/>
        <a:p>
          <a:endParaRPr lang="en-US"/>
        </a:p>
      </dgm:t>
    </dgm:pt>
    <dgm:pt modelId="{937A638B-F9E6-48D4-A4AF-92D7CD61C039}">
      <dgm:prSet/>
      <dgm:spPr/>
      <dgm:t>
        <a:bodyPr/>
        <a:lstStyle/>
        <a:p>
          <a:r>
            <a:rPr lang="en-US" b="0" i="0" baseline="0"/>
            <a:t>Test se sastoji od slika s brojevima od točkica</a:t>
          </a:r>
          <a:endParaRPr lang="en-US"/>
        </a:p>
      </dgm:t>
    </dgm:pt>
    <dgm:pt modelId="{960EE190-E614-4309-8003-93F6B82C60BE}" type="parTrans" cxnId="{2D335367-C658-4790-8225-65E650685AE0}">
      <dgm:prSet/>
      <dgm:spPr/>
      <dgm:t>
        <a:bodyPr/>
        <a:lstStyle/>
        <a:p>
          <a:endParaRPr lang="en-US"/>
        </a:p>
      </dgm:t>
    </dgm:pt>
    <dgm:pt modelId="{795B2ECF-0618-4F92-AA74-625990A6CB75}" type="sibTrans" cxnId="{2D335367-C658-4790-8225-65E650685AE0}">
      <dgm:prSet/>
      <dgm:spPr/>
      <dgm:t>
        <a:bodyPr/>
        <a:lstStyle/>
        <a:p>
          <a:endParaRPr lang="en-US"/>
        </a:p>
      </dgm:t>
    </dgm:pt>
    <dgm:pt modelId="{C1A94787-402D-4F33-A3AA-D213626A9EA6}">
      <dgm:prSet/>
      <dgm:spPr/>
      <dgm:t>
        <a:bodyPr/>
        <a:lstStyle/>
        <a:p>
          <a:r>
            <a:rPr lang="en-US" b="0" i="0" baseline="0"/>
            <a:t>Korisnik pokušava prepoznati broj</a:t>
          </a:r>
          <a:endParaRPr lang="en-US"/>
        </a:p>
      </dgm:t>
    </dgm:pt>
    <dgm:pt modelId="{C5245BB1-9F76-4763-96AE-6B722B5F6F47}" type="parTrans" cxnId="{D38E409F-09D2-40BF-9D6A-DC20B906FAC5}">
      <dgm:prSet/>
      <dgm:spPr/>
      <dgm:t>
        <a:bodyPr/>
        <a:lstStyle/>
        <a:p>
          <a:endParaRPr lang="en-US"/>
        </a:p>
      </dgm:t>
    </dgm:pt>
    <dgm:pt modelId="{EDBC1895-DB8E-4A10-9A5D-AF087431D2EA}" type="sibTrans" cxnId="{D38E409F-09D2-40BF-9D6A-DC20B906FAC5}">
      <dgm:prSet/>
      <dgm:spPr/>
      <dgm:t>
        <a:bodyPr/>
        <a:lstStyle/>
        <a:p>
          <a:endParaRPr lang="en-US"/>
        </a:p>
      </dgm:t>
    </dgm:pt>
    <dgm:pt modelId="{087254B4-6787-44C1-BFCD-DED374DB6F3D}" type="pres">
      <dgm:prSet presAssocID="{178B42D3-DBC9-482B-BEEE-29BB437F2E58}" presName="linear" presStyleCnt="0">
        <dgm:presLayoutVars>
          <dgm:animLvl val="lvl"/>
          <dgm:resizeHandles val="exact"/>
        </dgm:presLayoutVars>
      </dgm:prSet>
      <dgm:spPr/>
    </dgm:pt>
    <dgm:pt modelId="{FD087A17-0D42-4CEF-B7CD-FC3C72ABE4D1}" type="pres">
      <dgm:prSet presAssocID="{629CD954-580B-4A87-8AFB-FB22347464E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9551CF2-79E1-447D-8A86-20F184A1DFE7}" type="pres">
      <dgm:prSet presAssocID="{CCFDC074-D427-4922-8777-D97E26655191}" presName="spacer" presStyleCnt="0"/>
      <dgm:spPr/>
    </dgm:pt>
    <dgm:pt modelId="{691BC7A5-706E-4EB2-B8AE-93F288D8DED2}" type="pres">
      <dgm:prSet presAssocID="{7A487677-C17B-4F02-8E5A-95F76761AF9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7787E06-F2E3-450D-A161-6E627D175589}" type="pres">
      <dgm:prSet presAssocID="{2064B7E1-12B9-4E25-B2DF-A84C681B476F}" presName="spacer" presStyleCnt="0"/>
      <dgm:spPr/>
    </dgm:pt>
    <dgm:pt modelId="{39531E36-7D8F-47EA-A0C3-0EC4D880E961}" type="pres">
      <dgm:prSet presAssocID="{937A638B-F9E6-48D4-A4AF-92D7CD61C03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4DE1EDB-3424-4345-8BA9-EEFA6A1B46A6}" type="pres">
      <dgm:prSet presAssocID="{795B2ECF-0618-4F92-AA74-625990A6CB75}" presName="spacer" presStyleCnt="0"/>
      <dgm:spPr/>
    </dgm:pt>
    <dgm:pt modelId="{7695EFDA-3E50-45CA-B6B5-B2BAE84B5C1B}" type="pres">
      <dgm:prSet presAssocID="{C1A94787-402D-4F33-A3AA-D213626A9EA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AD94F04-11C7-412A-9332-4882391D7DFB}" type="presOf" srcId="{7A487677-C17B-4F02-8E5A-95F76761AF91}" destId="{691BC7A5-706E-4EB2-B8AE-93F288D8DED2}" srcOrd="0" destOrd="0" presId="urn:microsoft.com/office/officeart/2005/8/layout/vList2"/>
    <dgm:cxn modelId="{1A3DB804-A2B5-4EA7-95A4-B24760054EF1}" srcId="{178B42D3-DBC9-482B-BEEE-29BB437F2E58}" destId="{629CD954-580B-4A87-8AFB-FB22347464ED}" srcOrd="0" destOrd="0" parTransId="{B8E21656-F268-42B1-BB5B-EE79D2FEC237}" sibTransId="{CCFDC074-D427-4922-8777-D97E26655191}"/>
    <dgm:cxn modelId="{2D335367-C658-4790-8225-65E650685AE0}" srcId="{178B42D3-DBC9-482B-BEEE-29BB437F2E58}" destId="{937A638B-F9E6-48D4-A4AF-92D7CD61C039}" srcOrd="2" destOrd="0" parTransId="{960EE190-E614-4309-8003-93F6B82C60BE}" sibTransId="{795B2ECF-0618-4F92-AA74-625990A6CB75}"/>
    <dgm:cxn modelId="{C9A74B6F-51F0-4032-8FBC-C268D5AF2512}" type="presOf" srcId="{937A638B-F9E6-48D4-A4AF-92D7CD61C039}" destId="{39531E36-7D8F-47EA-A0C3-0EC4D880E961}" srcOrd="0" destOrd="0" presId="urn:microsoft.com/office/officeart/2005/8/layout/vList2"/>
    <dgm:cxn modelId="{F82E7B53-ECCC-4A0C-8F80-B480449F6564}" type="presOf" srcId="{178B42D3-DBC9-482B-BEEE-29BB437F2E58}" destId="{087254B4-6787-44C1-BFCD-DED374DB6F3D}" srcOrd="0" destOrd="0" presId="urn:microsoft.com/office/officeart/2005/8/layout/vList2"/>
    <dgm:cxn modelId="{A5538C8B-E444-4F90-A9F0-52506FE1B6CF}" type="presOf" srcId="{C1A94787-402D-4F33-A3AA-D213626A9EA6}" destId="{7695EFDA-3E50-45CA-B6B5-B2BAE84B5C1B}" srcOrd="0" destOrd="0" presId="urn:microsoft.com/office/officeart/2005/8/layout/vList2"/>
    <dgm:cxn modelId="{8A393A95-BD89-41A3-BB70-4E99432131BE}" type="presOf" srcId="{629CD954-580B-4A87-8AFB-FB22347464ED}" destId="{FD087A17-0D42-4CEF-B7CD-FC3C72ABE4D1}" srcOrd="0" destOrd="0" presId="urn:microsoft.com/office/officeart/2005/8/layout/vList2"/>
    <dgm:cxn modelId="{D38E409F-09D2-40BF-9D6A-DC20B906FAC5}" srcId="{178B42D3-DBC9-482B-BEEE-29BB437F2E58}" destId="{C1A94787-402D-4F33-A3AA-D213626A9EA6}" srcOrd="3" destOrd="0" parTransId="{C5245BB1-9F76-4763-96AE-6B722B5F6F47}" sibTransId="{EDBC1895-DB8E-4A10-9A5D-AF087431D2EA}"/>
    <dgm:cxn modelId="{0DF6A6E9-F39E-4328-8182-4686F5DC6988}" srcId="{178B42D3-DBC9-482B-BEEE-29BB437F2E58}" destId="{7A487677-C17B-4F02-8E5A-95F76761AF91}" srcOrd="1" destOrd="0" parTransId="{3D563C10-2DDD-4848-9389-C37332045E93}" sibTransId="{2064B7E1-12B9-4E25-B2DF-A84C681B476F}"/>
    <dgm:cxn modelId="{D734EBB4-A9FE-4212-BB20-439742FD6E3C}" type="presParOf" srcId="{087254B4-6787-44C1-BFCD-DED374DB6F3D}" destId="{FD087A17-0D42-4CEF-B7CD-FC3C72ABE4D1}" srcOrd="0" destOrd="0" presId="urn:microsoft.com/office/officeart/2005/8/layout/vList2"/>
    <dgm:cxn modelId="{AAC465D5-6A67-4410-BF0F-7107DFAD2FE0}" type="presParOf" srcId="{087254B4-6787-44C1-BFCD-DED374DB6F3D}" destId="{19551CF2-79E1-447D-8A86-20F184A1DFE7}" srcOrd="1" destOrd="0" presId="urn:microsoft.com/office/officeart/2005/8/layout/vList2"/>
    <dgm:cxn modelId="{80402E09-D2C4-473E-976D-86E27C387348}" type="presParOf" srcId="{087254B4-6787-44C1-BFCD-DED374DB6F3D}" destId="{691BC7A5-706E-4EB2-B8AE-93F288D8DED2}" srcOrd="2" destOrd="0" presId="urn:microsoft.com/office/officeart/2005/8/layout/vList2"/>
    <dgm:cxn modelId="{BB584575-DC15-4043-A85E-2A8C444D0914}" type="presParOf" srcId="{087254B4-6787-44C1-BFCD-DED374DB6F3D}" destId="{D7787E06-F2E3-450D-A161-6E627D175589}" srcOrd="3" destOrd="0" presId="urn:microsoft.com/office/officeart/2005/8/layout/vList2"/>
    <dgm:cxn modelId="{EB817899-5E67-490E-B5BE-D4C37B419F54}" type="presParOf" srcId="{087254B4-6787-44C1-BFCD-DED374DB6F3D}" destId="{39531E36-7D8F-47EA-A0C3-0EC4D880E961}" srcOrd="4" destOrd="0" presId="urn:microsoft.com/office/officeart/2005/8/layout/vList2"/>
    <dgm:cxn modelId="{1B1B8702-DA33-4F19-B844-485A0C87EA70}" type="presParOf" srcId="{087254B4-6787-44C1-BFCD-DED374DB6F3D}" destId="{F4DE1EDB-3424-4345-8BA9-EEFA6A1B46A6}" srcOrd="5" destOrd="0" presId="urn:microsoft.com/office/officeart/2005/8/layout/vList2"/>
    <dgm:cxn modelId="{C4C25DB3-F01A-4F72-AD87-0F67F20391DB}" type="presParOf" srcId="{087254B4-6787-44C1-BFCD-DED374DB6F3D}" destId="{7695EFDA-3E50-45CA-B6B5-B2BAE84B5C1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2F63249-8033-4850-AB66-3A27107698D2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5FD829-FFC4-402B-BD51-5D6B7DE59121}">
      <dgm:prSet/>
      <dgm:spPr/>
      <dgm:t>
        <a:bodyPr/>
        <a:lstStyle/>
        <a:p>
          <a:r>
            <a:rPr lang="en-US" b="0" i="0" baseline="0"/>
            <a:t>VSC A11Y olakšava rad s kodom</a:t>
          </a:r>
          <a:endParaRPr lang="en-US"/>
        </a:p>
      </dgm:t>
    </dgm:pt>
    <dgm:pt modelId="{3660C729-E887-4376-A337-D36E2A6038C0}" type="parTrans" cxnId="{79DFA2F2-D37D-4A1C-BE2F-6F6225303813}">
      <dgm:prSet/>
      <dgm:spPr/>
      <dgm:t>
        <a:bodyPr/>
        <a:lstStyle/>
        <a:p>
          <a:endParaRPr lang="en-US"/>
        </a:p>
      </dgm:t>
    </dgm:pt>
    <dgm:pt modelId="{EDD3A9FF-DE20-4ED6-B60C-A52656DF3813}" type="sibTrans" cxnId="{79DFA2F2-D37D-4A1C-BE2F-6F6225303813}">
      <dgm:prSet/>
      <dgm:spPr/>
      <dgm:t>
        <a:bodyPr/>
        <a:lstStyle/>
        <a:p>
          <a:endParaRPr lang="en-US"/>
        </a:p>
      </dgm:t>
    </dgm:pt>
    <dgm:pt modelId="{99C79BC7-1C55-4626-8C31-67DE9C67AD07}">
      <dgm:prSet/>
      <dgm:spPr/>
      <dgm:t>
        <a:bodyPr/>
        <a:lstStyle/>
        <a:p>
          <a:r>
            <a:rPr lang="en-US" b="0" i="0" baseline="0"/>
            <a:t>Posebno pomaže osobama s daltonizmom</a:t>
          </a:r>
          <a:endParaRPr lang="en-US"/>
        </a:p>
      </dgm:t>
    </dgm:pt>
    <dgm:pt modelId="{2F8D7301-1204-4176-82EB-5AFAC035CB64}" type="parTrans" cxnId="{07D37BFF-A917-4935-96F7-9E780AFF2F3E}">
      <dgm:prSet/>
      <dgm:spPr/>
      <dgm:t>
        <a:bodyPr/>
        <a:lstStyle/>
        <a:p>
          <a:endParaRPr lang="en-US"/>
        </a:p>
      </dgm:t>
    </dgm:pt>
    <dgm:pt modelId="{7E3FA616-4807-4F54-B6A3-590F7E8176EA}" type="sibTrans" cxnId="{07D37BFF-A917-4935-96F7-9E780AFF2F3E}">
      <dgm:prSet/>
      <dgm:spPr/>
      <dgm:t>
        <a:bodyPr/>
        <a:lstStyle/>
        <a:p>
          <a:endParaRPr lang="en-US"/>
        </a:p>
      </dgm:t>
    </dgm:pt>
    <dgm:pt modelId="{8B3E93F0-7103-4DD3-817F-5D3CFCB1C48C}">
      <dgm:prSet/>
      <dgm:spPr/>
      <dgm:t>
        <a:bodyPr/>
        <a:lstStyle/>
        <a:p>
          <a:r>
            <a:rPr lang="en-US" b="0" i="0" baseline="0"/>
            <a:t>Projekt pokazuje važnost pristupačnosti</a:t>
          </a:r>
          <a:endParaRPr lang="en-US"/>
        </a:p>
      </dgm:t>
    </dgm:pt>
    <dgm:pt modelId="{250AC887-89D5-4E82-A257-D596AC214E69}" type="parTrans" cxnId="{F6A135B5-885B-4AC9-8ADD-60BD4008EE15}">
      <dgm:prSet/>
      <dgm:spPr/>
      <dgm:t>
        <a:bodyPr/>
        <a:lstStyle/>
        <a:p>
          <a:endParaRPr lang="en-US"/>
        </a:p>
      </dgm:t>
    </dgm:pt>
    <dgm:pt modelId="{CD48D253-76CA-42B3-8278-CD5EFA5D1608}" type="sibTrans" cxnId="{F6A135B5-885B-4AC9-8ADD-60BD4008EE15}">
      <dgm:prSet/>
      <dgm:spPr/>
      <dgm:t>
        <a:bodyPr/>
        <a:lstStyle/>
        <a:p>
          <a:endParaRPr lang="en-US"/>
        </a:p>
      </dgm:t>
    </dgm:pt>
    <dgm:pt modelId="{4345621D-5CBB-49E9-91E6-C2D42B16EE3F}">
      <dgm:prSet/>
      <dgm:spPr/>
      <dgm:t>
        <a:bodyPr/>
        <a:lstStyle/>
        <a:p>
          <a:r>
            <a:rPr lang="en-US" b="0" i="0" baseline="0"/>
            <a:t>Mali alati mogu napraviti veliku razliku</a:t>
          </a:r>
          <a:endParaRPr lang="en-US"/>
        </a:p>
      </dgm:t>
    </dgm:pt>
    <dgm:pt modelId="{EC99CEDD-21E9-4CCE-B400-0D4D0883DDB2}" type="parTrans" cxnId="{B09D9011-07C5-488C-97E4-1AB75620B2CD}">
      <dgm:prSet/>
      <dgm:spPr/>
      <dgm:t>
        <a:bodyPr/>
        <a:lstStyle/>
        <a:p>
          <a:endParaRPr lang="en-US"/>
        </a:p>
      </dgm:t>
    </dgm:pt>
    <dgm:pt modelId="{1BD15487-F405-4B03-9753-6B9C8AA19115}" type="sibTrans" cxnId="{B09D9011-07C5-488C-97E4-1AB75620B2CD}">
      <dgm:prSet/>
      <dgm:spPr/>
      <dgm:t>
        <a:bodyPr/>
        <a:lstStyle/>
        <a:p>
          <a:endParaRPr lang="en-US"/>
        </a:p>
      </dgm:t>
    </dgm:pt>
    <dgm:pt modelId="{52C66291-C79D-4841-8BC1-976549432EA0}" type="pres">
      <dgm:prSet presAssocID="{A2F63249-8033-4850-AB66-3A27107698D2}" presName="outerComposite" presStyleCnt="0">
        <dgm:presLayoutVars>
          <dgm:chMax val="5"/>
          <dgm:dir/>
          <dgm:resizeHandles val="exact"/>
        </dgm:presLayoutVars>
      </dgm:prSet>
      <dgm:spPr/>
    </dgm:pt>
    <dgm:pt modelId="{C9DC15E0-A049-4CE8-989E-7E93DBA140F2}" type="pres">
      <dgm:prSet presAssocID="{A2F63249-8033-4850-AB66-3A27107698D2}" presName="dummyMaxCanvas" presStyleCnt="0">
        <dgm:presLayoutVars/>
      </dgm:prSet>
      <dgm:spPr/>
    </dgm:pt>
    <dgm:pt modelId="{F9826A31-CFFB-4442-9E51-CD07943185C7}" type="pres">
      <dgm:prSet presAssocID="{A2F63249-8033-4850-AB66-3A27107698D2}" presName="FourNodes_1" presStyleLbl="node1" presStyleIdx="0" presStyleCnt="4">
        <dgm:presLayoutVars>
          <dgm:bulletEnabled val="1"/>
        </dgm:presLayoutVars>
      </dgm:prSet>
      <dgm:spPr/>
    </dgm:pt>
    <dgm:pt modelId="{A2D6ADFD-931D-4459-B0A0-365294F54043}" type="pres">
      <dgm:prSet presAssocID="{A2F63249-8033-4850-AB66-3A27107698D2}" presName="FourNodes_2" presStyleLbl="node1" presStyleIdx="1" presStyleCnt="4">
        <dgm:presLayoutVars>
          <dgm:bulletEnabled val="1"/>
        </dgm:presLayoutVars>
      </dgm:prSet>
      <dgm:spPr/>
    </dgm:pt>
    <dgm:pt modelId="{B0402287-AFA8-4129-9B96-02CCB0281A09}" type="pres">
      <dgm:prSet presAssocID="{A2F63249-8033-4850-AB66-3A27107698D2}" presName="FourNodes_3" presStyleLbl="node1" presStyleIdx="2" presStyleCnt="4">
        <dgm:presLayoutVars>
          <dgm:bulletEnabled val="1"/>
        </dgm:presLayoutVars>
      </dgm:prSet>
      <dgm:spPr/>
    </dgm:pt>
    <dgm:pt modelId="{9F50272A-140D-4A80-841D-6EFBD7EBC039}" type="pres">
      <dgm:prSet presAssocID="{A2F63249-8033-4850-AB66-3A27107698D2}" presName="FourNodes_4" presStyleLbl="node1" presStyleIdx="3" presStyleCnt="4">
        <dgm:presLayoutVars>
          <dgm:bulletEnabled val="1"/>
        </dgm:presLayoutVars>
      </dgm:prSet>
      <dgm:spPr/>
    </dgm:pt>
    <dgm:pt modelId="{A6B06613-92DE-4ADD-9E74-8B7C7F1F5B9D}" type="pres">
      <dgm:prSet presAssocID="{A2F63249-8033-4850-AB66-3A27107698D2}" presName="FourConn_1-2" presStyleLbl="fgAccFollowNode1" presStyleIdx="0" presStyleCnt="3">
        <dgm:presLayoutVars>
          <dgm:bulletEnabled val="1"/>
        </dgm:presLayoutVars>
      </dgm:prSet>
      <dgm:spPr/>
    </dgm:pt>
    <dgm:pt modelId="{C5418497-57C9-493D-B5D9-CE0EA4A0B564}" type="pres">
      <dgm:prSet presAssocID="{A2F63249-8033-4850-AB66-3A27107698D2}" presName="FourConn_2-3" presStyleLbl="fgAccFollowNode1" presStyleIdx="1" presStyleCnt="3">
        <dgm:presLayoutVars>
          <dgm:bulletEnabled val="1"/>
        </dgm:presLayoutVars>
      </dgm:prSet>
      <dgm:spPr/>
    </dgm:pt>
    <dgm:pt modelId="{F46CB580-199D-44F4-B330-50F167B18DB6}" type="pres">
      <dgm:prSet presAssocID="{A2F63249-8033-4850-AB66-3A27107698D2}" presName="FourConn_3-4" presStyleLbl="fgAccFollowNode1" presStyleIdx="2" presStyleCnt="3">
        <dgm:presLayoutVars>
          <dgm:bulletEnabled val="1"/>
        </dgm:presLayoutVars>
      </dgm:prSet>
      <dgm:spPr/>
    </dgm:pt>
    <dgm:pt modelId="{DF22DF0D-4BC4-459D-9D2E-8DCDC738F128}" type="pres">
      <dgm:prSet presAssocID="{A2F63249-8033-4850-AB66-3A27107698D2}" presName="FourNodes_1_text" presStyleLbl="node1" presStyleIdx="3" presStyleCnt="4">
        <dgm:presLayoutVars>
          <dgm:bulletEnabled val="1"/>
        </dgm:presLayoutVars>
      </dgm:prSet>
      <dgm:spPr/>
    </dgm:pt>
    <dgm:pt modelId="{B81CFD2C-C6AC-4FA2-B004-C40D0289BD0F}" type="pres">
      <dgm:prSet presAssocID="{A2F63249-8033-4850-AB66-3A27107698D2}" presName="FourNodes_2_text" presStyleLbl="node1" presStyleIdx="3" presStyleCnt="4">
        <dgm:presLayoutVars>
          <dgm:bulletEnabled val="1"/>
        </dgm:presLayoutVars>
      </dgm:prSet>
      <dgm:spPr/>
    </dgm:pt>
    <dgm:pt modelId="{AB621415-4321-48EF-9694-79013787DEA0}" type="pres">
      <dgm:prSet presAssocID="{A2F63249-8033-4850-AB66-3A27107698D2}" presName="FourNodes_3_text" presStyleLbl="node1" presStyleIdx="3" presStyleCnt="4">
        <dgm:presLayoutVars>
          <dgm:bulletEnabled val="1"/>
        </dgm:presLayoutVars>
      </dgm:prSet>
      <dgm:spPr/>
    </dgm:pt>
    <dgm:pt modelId="{1C90D6C2-9A19-47B9-8578-2357EC20E1C7}" type="pres">
      <dgm:prSet presAssocID="{A2F63249-8033-4850-AB66-3A27107698D2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B09D9011-07C5-488C-97E4-1AB75620B2CD}" srcId="{A2F63249-8033-4850-AB66-3A27107698D2}" destId="{4345621D-5CBB-49E9-91E6-C2D42B16EE3F}" srcOrd="3" destOrd="0" parTransId="{EC99CEDD-21E9-4CCE-B400-0D4D0883DDB2}" sibTransId="{1BD15487-F405-4B03-9753-6B9C8AA19115}"/>
    <dgm:cxn modelId="{1F7C831C-D445-441B-9F90-500DC880A716}" type="presOf" srcId="{7E3FA616-4807-4F54-B6A3-590F7E8176EA}" destId="{C5418497-57C9-493D-B5D9-CE0EA4A0B564}" srcOrd="0" destOrd="0" presId="urn:microsoft.com/office/officeart/2005/8/layout/vProcess5"/>
    <dgm:cxn modelId="{6BE3BA31-760B-4E89-93D2-31EC6E06B740}" type="presOf" srcId="{A2F63249-8033-4850-AB66-3A27107698D2}" destId="{52C66291-C79D-4841-8BC1-976549432EA0}" srcOrd="0" destOrd="0" presId="urn:microsoft.com/office/officeart/2005/8/layout/vProcess5"/>
    <dgm:cxn modelId="{A2037664-92B1-4EE9-B1CF-CFBC76B25FB3}" type="presOf" srcId="{8B3E93F0-7103-4DD3-817F-5D3CFCB1C48C}" destId="{B0402287-AFA8-4129-9B96-02CCB0281A09}" srcOrd="0" destOrd="0" presId="urn:microsoft.com/office/officeart/2005/8/layout/vProcess5"/>
    <dgm:cxn modelId="{A039804B-2637-406E-8784-98D6C7437A70}" type="presOf" srcId="{4F5FD829-FFC4-402B-BD51-5D6B7DE59121}" destId="{F9826A31-CFFB-4442-9E51-CD07943185C7}" srcOrd="0" destOrd="0" presId="urn:microsoft.com/office/officeart/2005/8/layout/vProcess5"/>
    <dgm:cxn modelId="{74433B7C-1BC2-476E-B02D-4CB964BC3D4A}" type="presOf" srcId="{99C79BC7-1C55-4626-8C31-67DE9C67AD07}" destId="{B81CFD2C-C6AC-4FA2-B004-C40D0289BD0F}" srcOrd="1" destOrd="0" presId="urn:microsoft.com/office/officeart/2005/8/layout/vProcess5"/>
    <dgm:cxn modelId="{9A419C8E-F6B5-4001-8F39-B40170B91253}" type="presOf" srcId="{4F5FD829-FFC4-402B-BD51-5D6B7DE59121}" destId="{DF22DF0D-4BC4-459D-9D2E-8DCDC738F128}" srcOrd="1" destOrd="0" presId="urn:microsoft.com/office/officeart/2005/8/layout/vProcess5"/>
    <dgm:cxn modelId="{49A20B98-D92F-43BF-8628-D309E571CE63}" type="presOf" srcId="{99C79BC7-1C55-4626-8C31-67DE9C67AD07}" destId="{A2D6ADFD-931D-4459-B0A0-365294F54043}" srcOrd="0" destOrd="0" presId="urn:microsoft.com/office/officeart/2005/8/layout/vProcess5"/>
    <dgm:cxn modelId="{520361AB-2948-43F9-9FC0-7F8883676B76}" type="presOf" srcId="{4345621D-5CBB-49E9-91E6-C2D42B16EE3F}" destId="{9F50272A-140D-4A80-841D-6EFBD7EBC039}" srcOrd="0" destOrd="0" presId="urn:microsoft.com/office/officeart/2005/8/layout/vProcess5"/>
    <dgm:cxn modelId="{F6A135B5-885B-4AC9-8ADD-60BD4008EE15}" srcId="{A2F63249-8033-4850-AB66-3A27107698D2}" destId="{8B3E93F0-7103-4DD3-817F-5D3CFCB1C48C}" srcOrd="2" destOrd="0" parTransId="{250AC887-89D5-4E82-A257-D596AC214E69}" sibTransId="{CD48D253-76CA-42B3-8278-CD5EFA5D1608}"/>
    <dgm:cxn modelId="{618B6FCA-7CF3-481A-93C3-6AFE14F2FF61}" type="presOf" srcId="{8B3E93F0-7103-4DD3-817F-5D3CFCB1C48C}" destId="{AB621415-4321-48EF-9694-79013787DEA0}" srcOrd="1" destOrd="0" presId="urn:microsoft.com/office/officeart/2005/8/layout/vProcess5"/>
    <dgm:cxn modelId="{76F488EB-80AB-4E95-8A76-28F71924A082}" type="presOf" srcId="{EDD3A9FF-DE20-4ED6-B60C-A52656DF3813}" destId="{A6B06613-92DE-4ADD-9E74-8B7C7F1F5B9D}" srcOrd="0" destOrd="0" presId="urn:microsoft.com/office/officeart/2005/8/layout/vProcess5"/>
    <dgm:cxn modelId="{79DFA2F2-D37D-4A1C-BE2F-6F6225303813}" srcId="{A2F63249-8033-4850-AB66-3A27107698D2}" destId="{4F5FD829-FFC4-402B-BD51-5D6B7DE59121}" srcOrd="0" destOrd="0" parTransId="{3660C729-E887-4376-A337-D36E2A6038C0}" sibTransId="{EDD3A9FF-DE20-4ED6-B60C-A52656DF3813}"/>
    <dgm:cxn modelId="{1EA323F5-60A1-4CCC-A9C8-8D76D0F29A26}" type="presOf" srcId="{4345621D-5CBB-49E9-91E6-C2D42B16EE3F}" destId="{1C90D6C2-9A19-47B9-8578-2357EC20E1C7}" srcOrd="1" destOrd="0" presId="urn:microsoft.com/office/officeart/2005/8/layout/vProcess5"/>
    <dgm:cxn modelId="{761E9EFC-A380-4EF1-98F9-6270B1093669}" type="presOf" srcId="{CD48D253-76CA-42B3-8278-CD5EFA5D1608}" destId="{F46CB580-199D-44F4-B330-50F167B18DB6}" srcOrd="0" destOrd="0" presId="urn:microsoft.com/office/officeart/2005/8/layout/vProcess5"/>
    <dgm:cxn modelId="{07D37BFF-A917-4935-96F7-9E780AFF2F3E}" srcId="{A2F63249-8033-4850-AB66-3A27107698D2}" destId="{99C79BC7-1C55-4626-8C31-67DE9C67AD07}" srcOrd="1" destOrd="0" parTransId="{2F8D7301-1204-4176-82EB-5AFAC035CB64}" sibTransId="{7E3FA616-4807-4F54-B6A3-590F7E8176EA}"/>
    <dgm:cxn modelId="{2E5A8990-023C-44C7-93F2-EF192F065E93}" type="presParOf" srcId="{52C66291-C79D-4841-8BC1-976549432EA0}" destId="{C9DC15E0-A049-4CE8-989E-7E93DBA140F2}" srcOrd="0" destOrd="0" presId="urn:microsoft.com/office/officeart/2005/8/layout/vProcess5"/>
    <dgm:cxn modelId="{7E867504-5C0C-4674-8A14-FCECB1E902C3}" type="presParOf" srcId="{52C66291-C79D-4841-8BC1-976549432EA0}" destId="{F9826A31-CFFB-4442-9E51-CD07943185C7}" srcOrd="1" destOrd="0" presId="urn:microsoft.com/office/officeart/2005/8/layout/vProcess5"/>
    <dgm:cxn modelId="{8D5C05E6-67E3-417E-8165-5CEFE873D786}" type="presParOf" srcId="{52C66291-C79D-4841-8BC1-976549432EA0}" destId="{A2D6ADFD-931D-4459-B0A0-365294F54043}" srcOrd="2" destOrd="0" presId="urn:microsoft.com/office/officeart/2005/8/layout/vProcess5"/>
    <dgm:cxn modelId="{39E77400-2AB4-4301-B640-0781AF0F25D5}" type="presParOf" srcId="{52C66291-C79D-4841-8BC1-976549432EA0}" destId="{B0402287-AFA8-4129-9B96-02CCB0281A09}" srcOrd="3" destOrd="0" presId="urn:microsoft.com/office/officeart/2005/8/layout/vProcess5"/>
    <dgm:cxn modelId="{B7D65559-38FF-42D2-B018-14DA982B030B}" type="presParOf" srcId="{52C66291-C79D-4841-8BC1-976549432EA0}" destId="{9F50272A-140D-4A80-841D-6EFBD7EBC039}" srcOrd="4" destOrd="0" presId="urn:microsoft.com/office/officeart/2005/8/layout/vProcess5"/>
    <dgm:cxn modelId="{01BD9313-E379-444E-A574-71D6D71AC5FC}" type="presParOf" srcId="{52C66291-C79D-4841-8BC1-976549432EA0}" destId="{A6B06613-92DE-4ADD-9E74-8B7C7F1F5B9D}" srcOrd="5" destOrd="0" presId="urn:microsoft.com/office/officeart/2005/8/layout/vProcess5"/>
    <dgm:cxn modelId="{8AD42EA2-BD61-4579-9116-05285D4986CD}" type="presParOf" srcId="{52C66291-C79D-4841-8BC1-976549432EA0}" destId="{C5418497-57C9-493D-B5D9-CE0EA4A0B564}" srcOrd="6" destOrd="0" presId="urn:microsoft.com/office/officeart/2005/8/layout/vProcess5"/>
    <dgm:cxn modelId="{D6A2DDE0-C4AB-456D-A781-38107B4FE854}" type="presParOf" srcId="{52C66291-C79D-4841-8BC1-976549432EA0}" destId="{F46CB580-199D-44F4-B330-50F167B18DB6}" srcOrd="7" destOrd="0" presId="urn:microsoft.com/office/officeart/2005/8/layout/vProcess5"/>
    <dgm:cxn modelId="{1CC29DEC-57A0-4362-AA80-64BE3853EC8F}" type="presParOf" srcId="{52C66291-C79D-4841-8BC1-976549432EA0}" destId="{DF22DF0D-4BC4-459D-9D2E-8DCDC738F128}" srcOrd="8" destOrd="0" presId="urn:microsoft.com/office/officeart/2005/8/layout/vProcess5"/>
    <dgm:cxn modelId="{96E4CCCC-08BF-4930-901B-5385DDC08682}" type="presParOf" srcId="{52C66291-C79D-4841-8BC1-976549432EA0}" destId="{B81CFD2C-C6AC-4FA2-B004-C40D0289BD0F}" srcOrd="9" destOrd="0" presId="urn:microsoft.com/office/officeart/2005/8/layout/vProcess5"/>
    <dgm:cxn modelId="{AC64E5B2-8F58-4FE9-8872-DF91D8663704}" type="presParOf" srcId="{52C66291-C79D-4841-8BC1-976549432EA0}" destId="{AB621415-4321-48EF-9694-79013787DEA0}" srcOrd="10" destOrd="0" presId="urn:microsoft.com/office/officeart/2005/8/layout/vProcess5"/>
    <dgm:cxn modelId="{1194E6D0-ABFD-40BC-B1F7-F59F18C7C01C}" type="presParOf" srcId="{52C66291-C79D-4841-8BC1-976549432EA0}" destId="{1C90D6C2-9A19-47B9-8578-2357EC20E1C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087A17-0D42-4CEF-B7CD-FC3C72ABE4D1}">
      <dsp:nvSpPr>
        <dsp:cNvPr id="0" name=""/>
        <dsp:cNvSpPr/>
      </dsp:nvSpPr>
      <dsp:spPr>
        <a:xfrm>
          <a:off x="0" y="21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/>
            <a:t>Ishihara test </a:t>
          </a:r>
          <a:r>
            <a:rPr lang="en-US" sz="2600" b="0" i="0" kern="1200" baseline="0" dirty="0" err="1"/>
            <a:t>služi</a:t>
          </a:r>
          <a:r>
            <a:rPr lang="en-US" sz="2600" b="0" i="0" kern="1200" baseline="0" dirty="0"/>
            <a:t> za </a:t>
          </a:r>
          <a:r>
            <a:rPr lang="en-US" sz="2600" b="0" i="0" kern="1200" baseline="0" dirty="0" err="1"/>
            <a:t>provjeru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raspoznavanja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boja</a:t>
          </a:r>
          <a:endParaRPr lang="en-US" sz="2600" kern="1200" dirty="0"/>
        </a:p>
      </dsp:txBody>
      <dsp:txXfrm>
        <a:off x="28957" y="29170"/>
        <a:ext cx="8132149" cy="535276"/>
      </dsp:txXfrm>
    </dsp:sp>
    <dsp:sp modelId="{691BC7A5-706E-4EB2-B8AE-93F288D8DED2}">
      <dsp:nvSpPr>
        <dsp:cNvPr id="0" name=""/>
        <dsp:cNvSpPr/>
      </dsp:nvSpPr>
      <dsp:spPr>
        <a:xfrm>
          <a:off x="0" y="66828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 err="1"/>
            <a:t>Najčešće</a:t>
          </a:r>
          <a:r>
            <a:rPr lang="en-US" sz="2600" b="0" i="0" kern="1200" baseline="0" dirty="0"/>
            <a:t> se </a:t>
          </a:r>
          <a:r>
            <a:rPr lang="en-US" sz="2600" b="0" i="0" kern="1200" baseline="0" dirty="0" err="1"/>
            <a:t>koristi</a:t>
          </a:r>
          <a:r>
            <a:rPr lang="en-US" sz="2600" b="0" i="0" kern="1200" baseline="0" dirty="0"/>
            <a:t> za </a:t>
          </a:r>
          <a:r>
            <a:rPr lang="en-US" sz="2600" b="0" i="0" kern="1200" baseline="0" dirty="0" err="1"/>
            <a:t>otkrivanje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daltonizma</a:t>
          </a:r>
          <a:endParaRPr lang="en-US" sz="2600" kern="1200" dirty="0"/>
        </a:p>
      </dsp:txBody>
      <dsp:txXfrm>
        <a:off x="28957" y="697240"/>
        <a:ext cx="8132149" cy="535276"/>
      </dsp:txXfrm>
    </dsp:sp>
    <dsp:sp modelId="{39531E36-7D8F-47EA-A0C3-0EC4D880E961}">
      <dsp:nvSpPr>
        <dsp:cNvPr id="0" name=""/>
        <dsp:cNvSpPr/>
      </dsp:nvSpPr>
      <dsp:spPr>
        <a:xfrm>
          <a:off x="0" y="133635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Test se sastoji od slika s brojevima od točkica</a:t>
          </a:r>
          <a:endParaRPr lang="en-US" sz="2600" kern="1200"/>
        </a:p>
      </dsp:txBody>
      <dsp:txXfrm>
        <a:off x="28957" y="1365310"/>
        <a:ext cx="8132149" cy="535276"/>
      </dsp:txXfrm>
    </dsp:sp>
    <dsp:sp modelId="{7695EFDA-3E50-45CA-B6B5-B2BAE84B5C1B}">
      <dsp:nvSpPr>
        <dsp:cNvPr id="0" name=""/>
        <dsp:cNvSpPr/>
      </dsp:nvSpPr>
      <dsp:spPr>
        <a:xfrm>
          <a:off x="0" y="200442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Korisnik pokušava prepoznati broj</a:t>
          </a:r>
          <a:endParaRPr lang="en-US" sz="2600" kern="1200"/>
        </a:p>
      </dsp:txBody>
      <dsp:txXfrm>
        <a:off x="28957" y="2033380"/>
        <a:ext cx="8132149" cy="5352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826A31-CFFB-4442-9E51-CD07943185C7}">
      <dsp:nvSpPr>
        <dsp:cNvPr id="0" name=""/>
        <dsp:cNvSpPr/>
      </dsp:nvSpPr>
      <dsp:spPr>
        <a:xfrm>
          <a:off x="0" y="0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VSC A11Y olakšava rad s kodom</a:t>
          </a:r>
          <a:endParaRPr lang="en-US" sz="3000" kern="1200"/>
        </a:p>
      </dsp:txBody>
      <dsp:txXfrm>
        <a:off x="23099" y="23099"/>
        <a:ext cx="7007124" cy="742469"/>
      </dsp:txXfrm>
    </dsp:sp>
    <dsp:sp modelId="{A2D6ADFD-931D-4459-B0A0-365294F54043}">
      <dsp:nvSpPr>
        <dsp:cNvPr id="0" name=""/>
        <dsp:cNvSpPr/>
      </dsp:nvSpPr>
      <dsp:spPr>
        <a:xfrm>
          <a:off x="663701" y="932061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489677"/>
                <a:satOff val="-10832"/>
                <a:lumOff val="-2157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489677"/>
                <a:satOff val="-10832"/>
                <a:lumOff val="-2157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Posebno pomaže osobama s daltonizmom</a:t>
          </a:r>
          <a:endParaRPr lang="en-US" sz="3000" kern="1200"/>
        </a:p>
      </dsp:txBody>
      <dsp:txXfrm>
        <a:off x="686800" y="955160"/>
        <a:ext cx="6702265" cy="742469"/>
      </dsp:txXfrm>
    </dsp:sp>
    <dsp:sp modelId="{B0402287-AFA8-4129-9B96-02CCB0281A09}">
      <dsp:nvSpPr>
        <dsp:cNvPr id="0" name=""/>
        <dsp:cNvSpPr/>
      </dsp:nvSpPr>
      <dsp:spPr>
        <a:xfrm>
          <a:off x="1317497" y="1864122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979354"/>
                <a:satOff val="-21663"/>
                <a:lumOff val="-4313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979354"/>
                <a:satOff val="-21663"/>
                <a:lumOff val="-4313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Projekt pokazuje važnost pristupačnosti</a:t>
          </a:r>
          <a:endParaRPr lang="en-US" sz="3000" kern="1200"/>
        </a:p>
      </dsp:txBody>
      <dsp:txXfrm>
        <a:off x="1340596" y="1887221"/>
        <a:ext cx="6712171" cy="742468"/>
      </dsp:txXfrm>
    </dsp:sp>
    <dsp:sp modelId="{9F50272A-140D-4A80-841D-6EFBD7EBC039}">
      <dsp:nvSpPr>
        <dsp:cNvPr id="0" name=""/>
        <dsp:cNvSpPr/>
      </dsp:nvSpPr>
      <dsp:spPr>
        <a:xfrm>
          <a:off x="1981199" y="2796183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Mali alati mogu napraviti veliku razliku</a:t>
          </a:r>
          <a:endParaRPr lang="en-US" sz="3000" kern="1200"/>
        </a:p>
      </dsp:txBody>
      <dsp:txXfrm>
        <a:off x="2004298" y="2819282"/>
        <a:ext cx="6702265" cy="742468"/>
      </dsp:txXfrm>
    </dsp:sp>
    <dsp:sp modelId="{A6B06613-92DE-4ADD-9E74-8B7C7F1F5B9D}">
      <dsp:nvSpPr>
        <dsp:cNvPr id="0" name=""/>
        <dsp:cNvSpPr/>
      </dsp:nvSpPr>
      <dsp:spPr>
        <a:xfrm>
          <a:off x="7412165" y="604047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7527507" y="604047"/>
        <a:ext cx="281949" cy="385756"/>
      </dsp:txXfrm>
    </dsp:sp>
    <dsp:sp modelId="{C5418497-57C9-493D-B5D9-CE0EA4A0B564}">
      <dsp:nvSpPr>
        <dsp:cNvPr id="0" name=""/>
        <dsp:cNvSpPr/>
      </dsp:nvSpPr>
      <dsp:spPr>
        <a:xfrm>
          <a:off x="8075867" y="1536108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597868"/>
            <a:satOff val="-21282"/>
            <a:lumOff val="-135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597868"/>
              <a:satOff val="-21282"/>
              <a:lumOff val="-135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191209" y="1536108"/>
        <a:ext cx="281949" cy="385756"/>
      </dsp:txXfrm>
    </dsp:sp>
    <dsp:sp modelId="{F46CB580-199D-44F4-B330-50F167B18DB6}">
      <dsp:nvSpPr>
        <dsp:cNvPr id="0" name=""/>
        <dsp:cNvSpPr/>
      </dsp:nvSpPr>
      <dsp:spPr>
        <a:xfrm>
          <a:off x="8729663" y="2468169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845005" y="2468169"/>
        <a:ext cx="281949" cy="385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0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4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70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5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401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467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15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2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8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8474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5155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62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1943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716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08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7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33B157-BC8D-485A-B099-210699CD19F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1582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7.jp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FB97-23DC-DEF4-E179-FCDC19A177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/>
              <a:t>VSC A11Y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F6705-ED7D-AA9A-072F-1BBC3D7CA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r-HR" dirty="0"/>
              <a:t>Mateo Štefanek, Leon </a:t>
            </a:r>
            <a:r>
              <a:rPr lang="hr-HR" dirty="0" err="1"/>
              <a:t>Žlender</a:t>
            </a:r>
            <a:r>
              <a:rPr lang="hr-HR" dirty="0"/>
              <a:t>, Filip </a:t>
            </a:r>
            <a:r>
              <a:rPr lang="hr-HR" dirty="0" err="1"/>
              <a:t>Udovčić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90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6D7A134-69FE-FA4E-1FBD-B797D7F1B0A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68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6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7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1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7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1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B8D6EE9-CE76-760F-2EC5-8AACAFBA1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hr-HR" dirty="0"/>
              <a:t>UVOD</a:t>
            </a:r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B338E6-8192-658A-8881-68FDE82919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1" y="2252134"/>
            <a:ext cx="9905999" cy="345439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vizualno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zahtjevno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sadrži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puno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linija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simbola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Osobe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slabijim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vidom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ili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daltonizmom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imaju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dodatne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poteškoće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okruženjima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jako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važna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264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4" name="Rectangle 143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D1DA22F-9667-9D25-5460-E14ED76FE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8425" y="618518"/>
            <a:ext cx="4598985" cy="1478570"/>
          </a:xfrm>
        </p:spPr>
        <p:txBody>
          <a:bodyPr>
            <a:normAutofit/>
          </a:bodyPr>
          <a:lstStyle/>
          <a:p>
            <a:r>
              <a:rPr lang="hr-HR" dirty="0"/>
              <a:t>PROBLEM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510B1C-CBDC-5ECE-6E92-CB04EA2E3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9" r="26906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55C3BF3B-742B-D442-AF62-0BAF942BA5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48425" y="2249487"/>
            <a:ext cx="4598986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Greške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nisu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uvijek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lako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uočljive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oslanjaju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samo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otežava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učenje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početnicima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Daltonisti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razlikuju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boje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532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C794A-82BC-0128-243E-B1F560E1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Što je daltonizam?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1742-14AD-3218-B2CA-AFC218F4C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Poremećaj vida</a:t>
            </a:r>
          </a:p>
          <a:p>
            <a:r>
              <a:rPr lang="hr-HR" dirty="0"/>
              <a:t>Teško razlikovanje boja</a:t>
            </a:r>
          </a:p>
          <a:p>
            <a:r>
              <a:rPr lang="hr-HR" dirty="0"/>
              <a:t>Najčešće je nasljedan</a:t>
            </a:r>
          </a:p>
          <a:p>
            <a:r>
              <a:rPr lang="hr-HR" dirty="0"/>
              <a:t>Problem s čunjićima u oku(stanice za boje)</a:t>
            </a:r>
          </a:p>
          <a:p>
            <a:r>
              <a:rPr lang="hr-HR" dirty="0"/>
              <a:t>Postoji više vrsta</a:t>
            </a:r>
          </a:p>
        </p:txBody>
      </p:sp>
    </p:spTree>
    <p:extLst>
      <p:ext uri="{BB962C8B-B14F-4D97-AF65-F5344CB8AC3E}">
        <p14:creationId xmlns:p14="http://schemas.microsoft.com/office/powerpoint/2010/main" val="4049167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4E34D-B9AA-98F6-4778-9EAD1705D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hr-HR" dirty="0"/>
              <a:t>Crveno-zeleni daltonizam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55E8BA-F516-58C8-BE5F-40535BA47D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16" r="18495" b="2"/>
          <a:stretch>
            <a:fillRect/>
          </a:stretch>
        </p:blipFill>
        <p:spPr>
          <a:xfrm>
            <a:off x="880155" y="2357043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C2EA2-CD66-9CF4-C3CC-E8EB87490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2890" y="1897795"/>
            <a:ext cx="4844521" cy="4774310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hr-HR" dirty="0"/>
              <a:t>Najčešći oblik daltonizma</a:t>
            </a:r>
          </a:p>
          <a:p>
            <a:pPr>
              <a:lnSpc>
                <a:spcPct val="110000"/>
              </a:lnSpc>
            </a:pPr>
            <a:r>
              <a:rPr lang="hr-HR" dirty="0"/>
              <a:t>Poteškoće sa crvenim i zelenim bojama</a:t>
            </a:r>
          </a:p>
          <a:p>
            <a:pPr>
              <a:lnSpc>
                <a:spcPct val="110000"/>
              </a:lnSpc>
            </a:pPr>
            <a:r>
              <a:rPr lang="hr-HR" dirty="0"/>
              <a:t>Često se zamjenjuju smeđom ili narančastom</a:t>
            </a:r>
          </a:p>
          <a:p>
            <a:pPr>
              <a:lnSpc>
                <a:spcPct val="110000"/>
              </a:lnSpc>
            </a:pPr>
            <a:r>
              <a:rPr lang="hr-HR" dirty="0"/>
              <a:t>Češći kod muškaraca</a:t>
            </a:r>
          </a:p>
          <a:p>
            <a:pPr>
              <a:lnSpc>
                <a:spcPct val="110000"/>
              </a:lnSpc>
            </a:pPr>
            <a:r>
              <a:rPr lang="hr-HR" dirty="0"/>
              <a:t>Vrste:</a:t>
            </a:r>
          </a:p>
          <a:p>
            <a:pPr lvl="1">
              <a:lnSpc>
                <a:spcPct val="110000"/>
              </a:lnSpc>
            </a:pPr>
            <a:r>
              <a:rPr lang="hr-HR" dirty="0" err="1"/>
              <a:t>Protanopija</a:t>
            </a:r>
            <a:r>
              <a:rPr lang="hr-HR" dirty="0"/>
              <a:t>/</a:t>
            </a:r>
            <a:r>
              <a:rPr lang="hr-HR" dirty="0" err="1"/>
              <a:t>protanomalija</a:t>
            </a:r>
            <a:r>
              <a:rPr lang="hr-HR" dirty="0"/>
              <a:t> (crvena)</a:t>
            </a:r>
          </a:p>
          <a:p>
            <a:pPr lvl="1">
              <a:lnSpc>
                <a:spcPct val="110000"/>
              </a:lnSpc>
            </a:pPr>
            <a:r>
              <a:rPr lang="hr-HR" dirty="0"/>
              <a:t>Deuteranopija/</a:t>
            </a:r>
            <a:r>
              <a:rPr lang="hr-HR" dirty="0" err="1"/>
              <a:t>duteranomalija</a:t>
            </a:r>
            <a:r>
              <a:rPr lang="hr-HR" dirty="0"/>
              <a:t> (zelena)</a:t>
            </a:r>
          </a:p>
        </p:txBody>
      </p:sp>
    </p:spTree>
    <p:extLst>
      <p:ext uri="{BB962C8B-B14F-4D97-AF65-F5344CB8AC3E}">
        <p14:creationId xmlns:p14="http://schemas.microsoft.com/office/powerpoint/2010/main" val="2100221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F0232-3A52-5156-53CB-3DF8A7F81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hr-HR" dirty="0"/>
              <a:t>Plavo-žuti daltonizam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9D238-526F-DE8C-2AD7-0C9F3BD9AC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11" y="2482726"/>
            <a:ext cx="4689234" cy="3083171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ED67D-8A09-4878-C16F-6AADA8201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849862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hr-HR" sz="2600" dirty="0"/>
              <a:t>Rjeđi oblik daltonizma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Problemi s plavom i žutom bojom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Plava može izgledati zelenkasta, a žuta sivkasta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Jednako često kod muškaraca i žena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Vrste:</a:t>
            </a:r>
          </a:p>
          <a:p>
            <a:pPr lvl="1">
              <a:lnSpc>
                <a:spcPct val="110000"/>
              </a:lnSpc>
            </a:pPr>
            <a:r>
              <a:rPr lang="hr-HR" sz="2400" dirty="0" err="1"/>
              <a:t>Tritanopija</a:t>
            </a:r>
            <a:r>
              <a:rPr lang="hr-HR" sz="2400" dirty="0"/>
              <a:t> </a:t>
            </a:r>
          </a:p>
          <a:p>
            <a:pPr lvl="1">
              <a:lnSpc>
                <a:spcPct val="110000"/>
              </a:lnSpc>
            </a:pPr>
            <a:r>
              <a:rPr lang="hr-HR" sz="2400" dirty="0" err="1"/>
              <a:t>Tritanomalija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2713351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1C021-93F0-8902-3672-8F99F12E1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ISHIHARA TEST</a:t>
            </a:r>
            <a:endParaRPr lang="en-US" dirty="0"/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49B4FF67-7CAD-04F5-6573-F24E20F12CA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690688"/>
          <a:ext cx="8190063" cy="25978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362FFCA-8304-20B3-7D53-890101967D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4422" y="2526320"/>
            <a:ext cx="2640992" cy="2640992"/>
          </a:xfrm>
          <a:prstGeom prst="flowChartConnector">
            <a:avLst/>
          </a:prstGeom>
        </p:spPr>
      </p:pic>
    </p:spTree>
    <p:extLst>
      <p:ext uri="{BB962C8B-B14F-4D97-AF65-F5344CB8AC3E}">
        <p14:creationId xmlns:p14="http://schemas.microsoft.com/office/powerpoint/2010/main" val="4020742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F2E6-18F7-240C-FB3E-E0934D105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KAKO RADI ISHIHARA TEST?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8C6654-077D-040B-B37E-9F9A741DEF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69679"/>
            <a:ext cx="7074373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Implementiran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Pythonu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Koristi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PIL (P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ython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Library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biblioteku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Algoritamski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generira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Ishihara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ploče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palete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tipove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daltonizma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48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12DECEC-1E0E-220A-62E1-48273F336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8425" y="618518"/>
            <a:ext cx="4598985" cy="1478570"/>
          </a:xfrm>
        </p:spPr>
        <p:txBody>
          <a:bodyPr>
            <a:normAutofit/>
          </a:bodyPr>
          <a:lstStyle/>
          <a:p>
            <a:r>
              <a:rPr lang="hr-HR" dirty="0"/>
              <a:t>RJEŠENJE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31664ACF-C809-E4DF-B25B-A3A4533AFC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48425" y="2249487"/>
            <a:ext cx="4598986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VSC A11Y 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ekstenzija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Visual Studio Code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Fokusirana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osnovne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elemente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pristupačnosti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mijenja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izvorni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Pomaže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lakšem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uočavanju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problema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365FAA-0022-AE22-C682-60984645F6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" r="45008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262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7F736-B1A2-4C77-32F1-16CDB399D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Error</a:t>
            </a:r>
            <a:r>
              <a:rPr lang="hr-HR" dirty="0"/>
              <a:t> i </a:t>
            </a:r>
            <a:r>
              <a:rPr lang="hr-HR" dirty="0" err="1"/>
              <a:t>Warning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A482DF-6767-25A4-E23E-B6D378E7E7D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97167"/>
            <a:ext cx="6235840" cy="36625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Error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Crveni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okvir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Simbol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Warning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Žuti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okvir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Simbol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oslanja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samo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boje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Pogodno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osobe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daltonizmom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C54F25-46B0-2846-3AB5-68A50D019D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0"/>
            <a:ext cx="3429000" cy="3429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56687E-1BD9-5779-A9E2-4340E77C7B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2968" y="1973804"/>
            <a:ext cx="6017656" cy="22566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2265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5AAF9-376C-7490-D3A3-A86F514C1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ZAŠTO JE TO VAŽNO?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C6C4C8-9A1E-333B-099F-0AF221314F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511719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uočavanje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grešaka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frustracije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tijekom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programiranja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Lakše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praćenje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ispravljanje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Bolje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iskustvo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učenja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787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B4C9-37F2-5BC7-348C-EE2A41815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TEHNIČKA REALIZACIJA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4F82811-5F86-A9AE-1E57-BDDFF09926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060020"/>
            <a:ext cx="6298327" cy="22170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TypeScript – VS Code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ekstenzija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 – Ishihara test</a:t>
            </a:r>
            <a:endParaRPr kumimoji="0" lang="hr-HR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mijenja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izvorni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korisnika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9426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E1DDAD8-1D10-4640-A034-BE90015E3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52FE7688-721D-4A97-B007-BDE056094D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9E73A810-8571-4A9D-A3CB-336933AB4C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925F62-4B20-463B-9F83-9AF618698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084891" cy="1478570"/>
          </a:xfrm>
        </p:spPr>
        <p:txBody>
          <a:bodyPr>
            <a:normAutofit/>
          </a:bodyPr>
          <a:lstStyle/>
          <a:p>
            <a:r>
              <a:rPr lang="hr-HR" sz="3200"/>
              <a:t>PREDNOSTI PROJEKTA</a:t>
            </a:r>
            <a:endParaRPr lang="en-US" sz="320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642FB6-2808-4BC5-AE0B-7302C24B7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0B8F04-D9A7-48E5-A29C-51A66B59D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6D18883-6BFF-42BB-8088-FCCF83F9C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1D0FEFB3-A009-4D0F-9107-C0B17786F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8E86C7F-B981-4448-8A1A-856F7124F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4C6CFFD9-BA00-4184-8310-5FC955095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A1892DF3-4848-496C-8664-DFD32EE25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D6DB8C30-651E-4D8F-A70C-163FC5842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63DFB81-F969-4F44-BA6C-634795642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E5DE346-AFCA-40DA-B5E2-93A86EA54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77A34306-2AE8-43D0-9686-E97B3B53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B9CC10F0-FFCD-4CB9-AF4C-22722D20B7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2A6B0E38-C962-4491-BFDA-75378B4D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655F640B-8407-487C-8696-F47451478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FAB4F099-4FF6-4410-A5B9-2A535571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6FE80B6E-3DA9-4304-9925-12E578C4E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67D1CB75-0CBA-4E13-924C-21F221D7B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F2CC783B-FA45-4777-A76A-982B285C7C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D68F4DD3-D736-4B78-972E-F5128CFBE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B14AF103-15B3-4796-A71A-297D37E17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B0B240FB-0453-4B6F-9F9B-C2C3305AC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EBBBDCEE-433E-40F3-B49D-375CB162A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09B123C6-141E-4A37-B5A7-27E7764F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1FA1F521-36A1-49FF-84A7-229E8970F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DE512F89-D901-4487-A42C-02345EC5FC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ED3ED0E5-3226-4B78-B3EA-C591824B8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9CBB1F68-B6DE-4ECF-B20F-328F9811E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A566C551-9523-4D97-A8CF-5C91F436C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9E166BA0-9268-4419-9332-2D30C21239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700C031-AA54-4DC7-B8A2-2569B3FA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03045EC8-ECC8-473F-8786-DE266F05B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9337EBA2-5088-4A44-8C0B-A6EE78989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486A705-2593-45C9-A13E-8E2FB7C354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F357321C-6DEE-4D02-A997-75E47EE0E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D0B8F87F-3530-4BCD-A8E5-C1B83707B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5BE86BA3-AB0E-4F70-A552-0D9EB9E98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DF5FE773-B9AE-4A3F-8EDC-165CE579B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A03D7BE-B358-4F8B-85EA-65E0CBF2D1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A6548877-0957-435B-A419-389A278E5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B2D5EA95-9E60-468A-8DA1-40F05C9BDA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C9B409CE-11E5-40D1-8C9B-86614EAE2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E594AF5-DB50-4227-AC2F-10EE5233C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9335DCAF-74A2-4994-B5BF-1C079A40A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1DC8E1A2-0C6B-4BA9-85F4-3645AED5D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28F38DE0-3BEE-441A-8212-E77DA2328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AE81208E-D239-496C-A312-506B0241B3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242FE966-DDA4-4668-B8D6-C4B0D4C78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FB0A5F60-550F-4025-9DCE-6F42A7C06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D7B61D18-4A61-44C9-A809-40639E8C1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CB26E7EB-DC12-4BA7-B5DE-09EF2C1D0A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21237B4-9D85-4611-851F-5DBD71544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91509DE-9FAA-4E84-BCC1-CDDBEA8AC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C7029B06-6A09-4E46-BA86-F3C66DBDD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FF4ACFBF-D1F2-47B1-B0EB-F08C6508B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A6FD1991-3A0E-4F63-BAD9-A98C29860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9E2F3661-23BD-EDA9-4B71-63A0EF2503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62519" y="2249487"/>
            <a:ext cx="3084892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Poboljšava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Koristan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učenike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početnike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Jednostavan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korištenje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Projekt se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može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nadograđivati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6D5259-82CA-4BC8-526A-1755650947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534"/>
          <a:stretch>
            <a:fillRect/>
          </a:stretch>
        </p:blipFill>
        <p:spPr>
          <a:xfrm>
            <a:off x="-5597" y="10"/>
            <a:ext cx="755854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925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EEF87B-C44F-F21B-E542-527FC8161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hr-HR" dirty="0"/>
              <a:t>ZAKLJUČAK</a:t>
            </a:r>
            <a:endParaRPr lang="en-US" dirty="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07B44C6-D07E-42FD-6C73-66E9999133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8585319"/>
              </p:ext>
            </p:extLst>
          </p:nvPr>
        </p:nvGraphicFramePr>
        <p:xfrm>
          <a:off x="1141411" y="2440771"/>
          <a:ext cx="99059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23217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246</TotalTime>
  <Words>332</Words>
  <Application>Microsoft Office PowerPoint</Application>
  <PresentationFormat>Widescreen</PresentationFormat>
  <Paragraphs>77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Tw Cen MT</vt:lpstr>
      <vt:lpstr>Circuit</vt:lpstr>
      <vt:lpstr>VSC A11Y</vt:lpstr>
      <vt:lpstr>UVOD</vt:lpstr>
      <vt:lpstr>PROBLEM</vt:lpstr>
      <vt:lpstr>Što je daltonizam?</vt:lpstr>
      <vt:lpstr>Crveno-zeleni daltonizam</vt:lpstr>
      <vt:lpstr>Plavo-žuti daltonizam</vt:lpstr>
      <vt:lpstr>ISHIHARA TEST</vt:lpstr>
      <vt:lpstr>KAKO RADI ISHIHARA TEST?</vt:lpstr>
      <vt:lpstr>RJEŠENJE</vt:lpstr>
      <vt:lpstr>Error i Warning</vt:lpstr>
      <vt:lpstr>ZAŠTO JE TO VAŽNO?</vt:lpstr>
      <vt:lpstr>TEHNIČKA REALIZACIJA</vt:lpstr>
      <vt:lpstr>PREDNOSTI PROJEKTA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Mateo Štefanek</dc:creator>
  <cp:lastModifiedBy>Mateo Štefanek</cp:lastModifiedBy>
  <cp:revision>2</cp:revision>
  <dcterms:created xsi:type="dcterms:W3CDTF">2026-02-06T18:20:30Z</dcterms:created>
  <dcterms:modified xsi:type="dcterms:W3CDTF">2026-03-31T16:32:33Z</dcterms:modified>
</cp:coreProperties>
</file>