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62" r:id="rId8"/>
    <p:sldId id="263" r:id="rId9"/>
    <p:sldId id="259" r:id="rId10"/>
    <p:sldId id="260" r:id="rId11"/>
    <p:sldId id="261" r:id="rId12"/>
    <p:sldId id="270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8B42D3-DBC9-482B-BEEE-29BB437F2E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29CD954-580B-4A87-8AFB-FB22347464ED}">
      <dgm:prSet/>
      <dgm:spPr/>
      <dgm:t>
        <a:bodyPr/>
        <a:lstStyle/>
        <a:p>
          <a:r>
            <a:rPr lang="en-US" b="0" i="0" baseline="0" dirty="0"/>
            <a:t>Ishihara test </a:t>
          </a:r>
          <a:r>
            <a:rPr lang="en-US" b="0" i="0" baseline="0" dirty="0" err="1"/>
            <a:t>služi</a:t>
          </a:r>
          <a:r>
            <a:rPr lang="en-US" b="0" i="0" baseline="0" dirty="0"/>
            <a:t> za </a:t>
          </a:r>
          <a:r>
            <a:rPr lang="en-US" b="0" i="0" baseline="0" dirty="0" err="1"/>
            <a:t>provjeru</a:t>
          </a:r>
          <a:r>
            <a:rPr lang="en-US" b="0" i="0" baseline="0" dirty="0"/>
            <a:t> </a:t>
          </a:r>
          <a:r>
            <a:rPr lang="en-US" b="0" i="0" baseline="0" dirty="0" err="1"/>
            <a:t>raspoznavanja</a:t>
          </a:r>
          <a:r>
            <a:rPr lang="en-US" b="0" i="0" baseline="0" dirty="0"/>
            <a:t> </a:t>
          </a:r>
          <a:r>
            <a:rPr lang="en-US" b="0" i="0" baseline="0" dirty="0" err="1"/>
            <a:t>boja</a:t>
          </a:r>
          <a:endParaRPr lang="en-US" dirty="0"/>
        </a:p>
      </dgm:t>
    </dgm:pt>
    <dgm:pt modelId="{B8E21656-F268-42B1-BB5B-EE79D2FEC237}" type="parTrans" cxnId="{1A3DB804-A2B5-4EA7-95A4-B24760054EF1}">
      <dgm:prSet/>
      <dgm:spPr/>
      <dgm:t>
        <a:bodyPr/>
        <a:lstStyle/>
        <a:p>
          <a:endParaRPr lang="en-US"/>
        </a:p>
      </dgm:t>
    </dgm:pt>
    <dgm:pt modelId="{CCFDC074-D427-4922-8777-D97E26655191}" type="sibTrans" cxnId="{1A3DB804-A2B5-4EA7-95A4-B24760054EF1}">
      <dgm:prSet/>
      <dgm:spPr/>
      <dgm:t>
        <a:bodyPr/>
        <a:lstStyle/>
        <a:p>
          <a:endParaRPr lang="en-US"/>
        </a:p>
      </dgm:t>
    </dgm:pt>
    <dgm:pt modelId="{7A487677-C17B-4F02-8E5A-95F76761AF91}">
      <dgm:prSet/>
      <dgm:spPr/>
      <dgm:t>
        <a:bodyPr/>
        <a:lstStyle/>
        <a:p>
          <a:r>
            <a:rPr lang="en-US" b="0" i="0" baseline="0" dirty="0" err="1"/>
            <a:t>Najčešće</a:t>
          </a:r>
          <a:r>
            <a:rPr lang="en-US" b="0" i="0" baseline="0" dirty="0"/>
            <a:t> se </a:t>
          </a:r>
          <a:r>
            <a:rPr lang="en-US" b="0" i="0" baseline="0" dirty="0" err="1"/>
            <a:t>koristi</a:t>
          </a:r>
          <a:r>
            <a:rPr lang="en-US" b="0" i="0" baseline="0" dirty="0"/>
            <a:t> za </a:t>
          </a:r>
          <a:r>
            <a:rPr lang="en-US" b="0" i="0" baseline="0" dirty="0" err="1"/>
            <a:t>otkrivanje</a:t>
          </a:r>
          <a:r>
            <a:rPr lang="en-US" b="0" i="0" baseline="0" dirty="0"/>
            <a:t> </a:t>
          </a:r>
          <a:r>
            <a:rPr lang="en-US" b="0" i="0" baseline="0" dirty="0" err="1"/>
            <a:t>daltonizma</a:t>
          </a:r>
          <a:endParaRPr lang="en-US" dirty="0"/>
        </a:p>
      </dgm:t>
    </dgm:pt>
    <dgm:pt modelId="{3D563C10-2DDD-4848-9389-C37332045E93}" type="parTrans" cxnId="{0DF6A6E9-F39E-4328-8182-4686F5DC6988}">
      <dgm:prSet/>
      <dgm:spPr/>
      <dgm:t>
        <a:bodyPr/>
        <a:lstStyle/>
        <a:p>
          <a:endParaRPr lang="en-US"/>
        </a:p>
      </dgm:t>
    </dgm:pt>
    <dgm:pt modelId="{2064B7E1-12B9-4E25-B2DF-A84C681B476F}" type="sibTrans" cxnId="{0DF6A6E9-F39E-4328-8182-4686F5DC6988}">
      <dgm:prSet/>
      <dgm:spPr/>
      <dgm:t>
        <a:bodyPr/>
        <a:lstStyle/>
        <a:p>
          <a:endParaRPr lang="en-US"/>
        </a:p>
      </dgm:t>
    </dgm:pt>
    <dgm:pt modelId="{937A638B-F9E6-48D4-A4AF-92D7CD61C039}">
      <dgm:prSet/>
      <dgm:spPr/>
      <dgm:t>
        <a:bodyPr/>
        <a:lstStyle/>
        <a:p>
          <a:r>
            <a:rPr lang="en-US" b="0" i="0" baseline="0"/>
            <a:t>Test se sastoji od slika s brojevima od točkica</a:t>
          </a:r>
          <a:endParaRPr lang="en-US"/>
        </a:p>
      </dgm:t>
    </dgm:pt>
    <dgm:pt modelId="{960EE190-E614-4309-8003-93F6B82C60BE}" type="parTrans" cxnId="{2D335367-C658-4790-8225-65E650685AE0}">
      <dgm:prSet/>
      <dgm:spPr/>
      <dgm:t>
        <a:bodyPr/>
        <a:lstStyle/>
        <a:p>
          <a:endParaRPr lang="en-US"/>
        </a:p>
      </dgm:t>
    </dgm:pt>
    <dgm:pt modelId="{795B2ECF-0618-4F92-AA74-625990A6CB75}" type="sibTrans" cxnId="{2D335367-C658-4790-8225-65E650685AE0}">
      <dgm:prSet/>
      <dgm:spPr/>
      <dgm:t>
        <a:bodyPr/>
        <a:lstStyle/>
        <a:p>
          <a:endParaRPr lang="en-US"/>
        </a:p>
      </dgm:t>
    </dgm:pt>
    <dgm:pt modelId="{C1A94787-402D-4F33-A3AA-D213626A9EA6}">
      <dgm:prSet/>
      <dgm:spPr/>
      <dgm:t>
        <a:bodyPr/>
        <a:lstStyle/>
        <a:p>
          <a:r>
            <a:rPr lang="en-US" b="0" i="0" baseline="0"/>
            <a:t>Korisnik pokušava prepoznati broj</a:t>
          </a:r>
          <a:endParaRPr lang="en-US"/>
        </a:p>
      </dgm:t>
    </dgm:pt>
    <dgm:pt modelId="{C5245BB1-9F76-4763-96AE-6B722B5F6F47}" type="parTrans" cxnId="{D38E409F-09D2-40BF-9D6A-DC20B906FAC5}">
      <dgm:prSet/>
      <dgm:spPr/>
      <dgm:t>
        <a:bodyPr/>
        <a:lstStyle/>
        <a:p>
          <a:endParaRPr lang="en-US"/>
        </a:p>
      </dgm:t>
    </dgm:pt>
    <dgm:pt modelId="{EDBC1895-DB8E-4A10-9A5D-AF087431D2EA}" type="sibTrans" cxnId="{D38E409F-09D2-40BF-9D6A-DC20B906FAC5}">
      <dgm:prSet/>
      <dgm:spPr/>
      <dgm:t>
        <a:bodyPr/>
        <a:lstStyle/>
        <a:p>
          <a:endParaRPr lang="en-US"/>
        </a:p>
      </dgm:t>
    </dgm:pt>
    <dgm:pt modelId="{087254B4-6787-44C1-BFCD-DED374DB6F3D}" type="pres">
      <dgm:prSet presAssocID="{178B42D3-DBC9-482B-BEEE-29BB437F2E58}" presName="linear" presStyleCnt="0">
        <dgm:presLayoutVars>
          <dgm:animLvl val="lvl"/>
          <dgm:resizeHandles val="exact"/>
        </dgm:presLayoutVars>
      </dgm:prSet>
      <dgm:spPr/>
    </dgm:pt>
    <dgm:pt modelId="{FD087A17-0D42-4CEF-B7CD-FC3C72ABE4D1}" type="pres">
      <dgm:prSet presAssocID="{629CD954-580B-4A87-8AFB-FB22347464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551CF2-79E1-447D-8A86-20F184A1DFE7}" type="pres">
      <dgm:prSet presAssocID="{CCFDC074-D427-4922-8777-D97E26655191}" presName="spacer" presStyleCnt="0"/>
      <dgm:spPr/>
    </dgm:pt>
    <dgm:pt modelId="{691BC7A5-706E-4EB2-B8AE-93F288D8DED2}" type="pres">
      <dgm:prSet presAssocID="{7A487677-C17B-4F02-8E5A-95F76761AF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787E06-F2E3-450D-A161-6E627D175589}" type="pres">
      <dgm:prSet presAssocID="{2064B7E1-12B9-4E25-B2DF-A84C681B476F}" presName="spacer" presStyleCnt="0"/>
      <dgm:spPr/>
    </dgm:pt>
    <dgm:pt modelId="{39531E36-7D8F-47EA-A0C3-0EC4D880E961}" type="pres">
      <dgm:prSet presAssocID="{937A638B-F9E6-48D4-A4AF-92D7CD61C03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DE1EDB-3424-4345-8BA9-EEFA6A1B46A6}" type="pres">
      <dgm:prSet presAssocID="{795B2ECF-0618-4F92-AA74-625990A6CB75}" presName="spacer" presStyleCnt="0"/>
      <dgm:spPr/>
    </dgm:pt>
    <dgm:pt modelId="{7695EFDA-3E50-45CA-B6B5-B2BAE84B5C1B}" type="pres">
      <dgm:prSet presAssocID="{C1A94787-402D-4F33-A3AA-D213626A9E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D94F04-11C7-412A-9332-4882391D7DFB}" type="presOf" srcId="{7A487677-C17B-4F02-8E5A-95F76761AF91}" destId="{691BC7A5-706E-4EB2-B8AE-93F288D8DED2}" srcOrd="0" destOrd="0" presId="urn:microsoft.com/office/officeart/2005/8/layout/vList2"/>
    <dgm:cxn modelId="{1A3DB804-A2B5-4EA7-95A4-B24760054EF1}" srcId="{178B42D3-DBC9-482B-BEEE-29BB437F2E58}" destId="{629CD954-580B-4A87-8AFB-FB22347464ED}" srcOrd="0" destOrd="0" parTransId="{B8E21656-F268-42B1-BB5B-EE79D2FEC237}" sibTransId="{CCFDC074-D427-4922-8777-D97E26655191}"/>
    <dgm:cxn modelId="{2D335367-C658-4790-8225-65E650685AE0}" srcId="{178B42D3-DBC9-482B-BEEE-29BB437F2E58}" destId="{937A638B-F9E6-48D4-A4AF-92D7CD61C039}" srcOrd="2" destOrd="0" parTransId="{960EE190-E614-4309-8003-93F6B82C60BE}" sibTransId="{795B2ECF-0618-4F92-AA74-625990A6CB75}"/>
    <dgm:cxn modelId="{C9A74B6F-51F0-4032-8FBC-C268D5AF2512}" type="presOf" srcId="{937A638B-F9E6-48D4-A4AF-92D7CD61C039}" destId="{39531E36-7D8F-47EA-A0C3-0EC4D880E961}" srcOrd="0" destOrd="0" presId="urn:microsoft.com/office/officeart/2005/8/layout/vList2"/>
    <dgm:cxn modelId="{F82E7B53-ECCC-4A0C-8F80-B480449F6564}" type="presOf" srcId="{178B42D3-DBC9-482B-BEEE-29BB437F2E58}" destId="{087254B4-6787-44C1-BFCD-DED374DB6F3D}" srcOrd="0" destOrd="0" presId="urn:microsoft.com/office/officeart/2005/8/layout/vList2"/>
    <dgm:cxn modelId="{A5538C8B-E444-4F90-A9F0-52506FE1B6CF}" type="presOf" srcId="{C1A94787-402D-4F33-A3AA-D213626A9EA6}" destId="{7695EFDA-3E50-45CA-B6B5-B2BAE84B5C1B}" srcOrd="0" destOrd="0" presId="urn:microsoft.com/office/officeart/2005/8/layout/vList2"/>
    <dgm:cxn modelId="{8A393A95-BD89-41A3-BB70-4E99432131BE}" type="presOf" srcId="{629CD954-580B-4A87-8AFB-FB22347464ED}" destId="{FD087A17-0D42-4CEF-B7CD-FC3C72ABE4D1}" srcOrd="0" destOrd="0" presId="urn:microsoft.com/office/officeart/2005/8/layout/vList2"/>
    <dgm:cxn modelId="{D38E409F-09D2-40BF-9D6A-DC20B906FAC5}" srcId="{178B42D3-DBC9-482B-BEEE-29BB437F2E58}" destId="{C1A94787-402D-4F33-A3AA-D213626A9EA6}" srcOrd="3" destOrd="0" parTransId="{C5245BB1-9F76-4763-96AE-6B722B5F6F47}" sibTransId="{EDBC1895-DB8E-4A10-9A5D-AF087431D2EA}"/>
    <dgm:cxn modelId="{0DF6A6E9-F39E-4328-8182-4686F5DC6988}" srcId="{178B42D3-DBC9-482B-BEEE-29BB437F2E58}" destId="{7A487677-C17B-4F02-8E5A-95F76761AF91}" srcOrd="1" destOrd="0" parTransId="{3D563C10-2DDD-4848-9389-C37332045E93}" sibTransId="{2064B7E1-12B9-4E25-B2DF-A84C681B476F}"/>
    <dgm:cxn modelId="{D734EBB4-A9FE-4212-BB20-439742FD6E3C}" type="presParOf" srcId="{087254B4-6787-44C1-BFCD-DED374DB6F3D}" destId="{FD087A17-0D42-4CEF-B7CD-FC3C72ABE4D1}" srcOrd="0" destOrd="0" presId="urn:microsoft.com/office/officeart/2005/8/layout/vList2"/>
    <dgm:cxn modelId="{AAC465D5-6A67-4410-BF0F-7107DFAD2FE0}" type="presParOf" srcId="{087254B4-6787-44C1-BFCD-DED374DB6F3D}" destId="{19551CF2-79E1-447D-8A86-20F184A1DFE7}" srcOrd="1" destOrd="0" presId="urn:microsoft.com/office/officeart/2005/8/layout/vList2"/>
    <dgm:cxn modelId="{80402E09-D2C4-473E-976D-86E27C387348}" type="presParOf" srcId="{087254B4-6787-44C1-BFCD-DED374DB6F3D}" destId="{691BC7A5-706E-4EB2-B8AE-93F288D8DED2}" srcOrd="2" destOrd="0" presId="urn:microsoft.com/office/officeart/2005/8/layout/vList2"/>
    <dgm:cxn modelId="{BB584575-DC15-4043-A85E-2A8C444D0914}" type="presParOf" srcId="{087254B4-6787-44C1-BFCD-DED374DB6F3D}" destId="{D7787E06-F2E3-450D-A161-6E627D175589}" srcOrd="3" destOrd="0" presId="urn:microsoft.com/office/officeart/2005/8/layout/vList2"/>
    <dgm:cxn modelId="{EB817899-5E67-490E-B5BE-D4C37B419F54}" type="presParOf" srcId="{087254B4-6787-44C1-BFCD-DED374DB6F3D}" destId="{39531E36-7D8F-47EA-A0C3-0EC4D880E961}" srcOrd="4" destOrd="0" presId="urn:microsoft.com/office/officeart/2005/8/layout/vList2"/>
    <dgm:cxn modelId="{1B1B8702-DA33-4F19-B844-485A0C87EA70}" type="presParOf" srcId="{087254B4-6787-44C1-BFCD-DED374DB6F3D}" destId="{F4DE1EDB-3424-4345-8BA9-EEFA6A1B46A6}" srcOrd="5" destOrd="0" presId="urn:microsoft.com/office/officeart/2005/8/layout/vList2"/>
    <dgm:cxn modelId="{C4C25DB3-F01A-4F72-AD87-0F67F20391DB}" type="presParOf" srcId="{087254B4-6787-44C1-BFCD-DED374DB6F3D}" destId="{7695EFDA-3E50-45CA-B6B5-B2BAE84B5C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F63249-8033-4850-AB66-3A27107698D2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5FD829-FFC4-402B-BD51-5D6B7DE59121}">
      <dgm:prSet/>
      <dgm:spPr/>
      <dgm:t>
        <a:bodyPr/>
        <a:lstStyle/>
        <a:p>
          <a:r>
            <a:rPr lang="en-US" b="0" i="0" baseline="0"/>
            <a:t>VSC A11Y olakšava rad s kodom</a:t>
          </a:r>
          <a:endParaRPr lang="en-US"/>
        </a:p>
      </dgm:t>
    </dgm:pt>
    <dgm:pt modelId="{3660C729-E887-4376-A337-D36E2A6038C0}" type="parTrans" cxnId="{79DFA2F2-D37D-4A1C-BE2F-6F6225303813}">
      <dgm:prSet/>
      <dgm:spPr/>
      <dgm:t>
        <a:bodyPr/>
        <a:lstStyle/>
        <a:p>
          <a:endParaRPr lang="en-US"/>
        </a:p>
      </dgm:t>
    </dgm:pt>
    <dgm:pt modelId="{EDD3A9FF-DE20-4ED6-B60C-A52656DF3813}" type="sibTrans" cxnId="{79DFA2F2-D37D-4A1C-BE2F-6F6225303813}">
      <dgm:prSet/>
      <dgm:spPr/>
      <dgm:t>
        <a:bodyPr/>
        <a:lstStyle/>
        <a:p>
          <a:endParaRPr lang="en-US"/>
        </a:p>
      </dgm:t>
    </dgm:pt>
    <dgm:pt modelId="{99C79BC7-1C55-4626-8C31-67DE9C67AD07}">
      <dgm:prSet/>
      <dgm:spPr/>
      <dgm:t>
        <a:bodyPr/>
        <a:lstStyle/>
        <a:p>
          <a:r>
            <a:rPr lang="en-US" b="0" i="0" baseline="0"/>
            <a:t>Posebno pomaže osobama s daltonizmom</a:t>
          </a:r>
          <a:endParaRPr lang="en-US"/>
        </a:p>
      </dgm:t>
    </dgm:pt>
    <dgm:pt modelId="{2F8D7301-1204-4176-82EB-5AFAC035CB64}" type="parTrans" cxnId="{07D37BFF-A917-4935-96F7-9E780AFF2F3E}">
      <dgm:prSet/>
      <dgm:spPr/>
      <dgm:t>
        <a:bodyPr/>
        <a:lstStyle/>
        <a:p>
          <a:endParaRPr lang="en-US"/>
        </a:p>
      </dgm:t>
    </dgm:pt>
    <dgm:pt modelId="{7E3FA616-4807-4F54-B6A3-590F7E8176EA}" type="sibTrans" cxnId="{07D37BFF-A917-4935-96F7-9E780AFF2F3E}">
      <dgm:prSet/>
      <dgm:spPr/>
      <dgm:t>
        <a:bodyPr/>
        <a:lstStyle/>
        <a:p>
          <a:endParaRPr lang="en-US"/>
        </a:p>
      </dgm:t>
    </dgm:pt>
    <dgm:pt modelId="{8B3E93F0-7103-4DD3-817F-5D3CFCB1C48C}">
      <dgm:prSet/>
      <dgm:spPr/>
      <dgm:t>
        <a:bodyPr/>
        <a:lstStyle/>
        <a:p>
          <a:r>
            <a:rPr lang="en-US" b="0" i="0" baseline="0"/>
            <a:t>Projekt pokazuje važnost pristupačnosti</a:t>
          </a:r>
          <a:endParaRPr lang="en-US"/>
        </a:p>
      </dgm:t>
    </dgm:pt>
    <dgm:pt modelId="{250AC887-89D5-4E82-A257-D596AC214E69}" type="parTrans" cxnId="{F6A135B5-885B-4AC9-8ADD-60BD4008EE15}">
      <dgm:prSet/>
      <dgm:spPr/>
      <dgm:t>
        <a:bodyPr/>
        <a:lstStyle/>
        <a:p>
          <a:endParaRPr lang="en-US"/>
        </a:p>
      </dgm:t>
    </dgm:pt>
    <dgm:pt modelId="{CD48D253-76CA-42B3-8278-CD5EFA5D1608}" type="sibTrans" cxnId="{F6A135B5-885B-4AC9-8ADD-60BD4008EE15}">
      <dgm:prSet/>
      <dgm:spPr/>
      <dgm:t>
        <a:bodyPr/>
        <a:lstStyle/>
        <a:p>
          <a:endParaRPr lang="en-US"/>
        </a:p>
      </dgm:t>
    </dgm:pt>
    <dgm:pt modelId="{4345621D-5CBB-49E9-91E6-C2D42B16EE3F}">
      <dgm:prSet/>
      <dgm:spPr/>
      <dgm:t>
        <a:bodyPr/>
        <a:lstStyle/>
        <a:p>
          <a:r>
            <a:rPr lang="en-US" b="0" i="0" baseline="0"/>
            <a:t>Mali alati mogu napraviti veliku razliku</a:t>
          </a:r>
          <a:endParaRPr lang="en-US"/>
        </a:p>
      </dgm:t>
    </dgm:pt>
    <dgm:pt modelId="{EC99CEDD-21E9-4CCE-B400-0D4D0883DDB2}" type="parTrans" cxnId="{B09D9011-07C5-488C-97E4-1AB75620B2CD}">
      <dgm:prSet/>
      <dgm:spPr/>
      <dgm:t>
        <a:bodyPr/>
        <a:lstStyle/>
        <a:p>
          <a:endParaRPr lang="en-US"/>
        </a:p>
      </dgm:t>
    </dgm:pt>
    <dgm:pt modelId="{1BD15487-F405-4B03-9753-6B9C8AA19115}" type="sibTrans" cxnId="{B09D9011-07C5-488C-97E4-1AB75620B2CD}">
      <dgm:prSet/>
      <dgm:spPr/>
      <dgm:t>
        <a:bodyPr/>
        <a:lstStyle/>
        <a:p>
          <a:endParaRPr lang="en-US"/>
        </a:p>
      </dgm:t>
    </dgm:pt>
    <dgm:pt modelId="{52C66291-C79D-4841-8BC1-976549432EA0}" type="pres">
      <dgm:prSet presAssocID="{A2F63249-8033-4850-AB66-3A27107698D2}" presName="outerComposite" presStyleCnt="0">
        <dgm:presLayoutVars>
          <dgm:chMax val="5"/>
          <dgm:dir/>
          <dgm:resizeHandles val="exact"/>
        </dgm:presLayoutVars>
      </dgm:prSet>
      <dgm:spPr/>
    </dgm:pt>
    <dgm:pt modelId="{C9DC15E0-A049-4CE8-989E-7E93DBA140F2}" type="pres">
      <dgm:prSet presAssocID="{A2F63249-8033-4850-AB66-3A27107698D2}" presName="dummyMaxCanvas" presStyleCnt="0">
        <dgm:presLayoutVars/>
      </dgm:prSet>
      <dgm:spPr/>
    </dgm:pt>
    <dgm:pt modelId="{F9826A31-CFFB-4442-9E51-CD07943185C7}" type="pres">
      <dgm:prSet presAssocID="{A2F63249-8033-4850-AB66-3A27107698D2}" presName="FourNodes_1" presStyleLbl="node1" presStyleIdx="0" presStyleCnt="4">
        <dgm:presLayoutVars>
          <dgm:bulletEnabled val="1"/>
        </dgm:presLayoutVars>
      </dgm:prSet>
      <dgm:spPr/>
    </dgm:pt>
    <dgm:pt modelId="{A2D6ADFD-931D-4459-B0A0-365294F54043}" type="pres">
      <dgm:prSet presAssocID="{A2F63249-8033-4850-AB66-3A27107698D2}" presName="FourNodes_2" presStyleLbl="node1" presStyleIdx="1" presStyleCnt="4">
        <dgm:presLayoutVars>
          <dgm:bulletEnabled val="1"/>
        </dgm:presLayoutVars>
      </dgm:prSet>
      <dgm:spPr/>
    </dgm:pt>
    <dgm:pt modelId="{B0402287-AFA8-4129-9B96-02CCB0281A09}" type="pres">
      <dgm:prSet presAssocID="{A2F63249-8033-4850-AB66-3A27107698D2}" presName="FourNodes_3" presStyleLbl="node1" presStyleIdx="2" presStyleCnt="4">
        <dgm:presLayoutVars>
          <dgm:bulletEnabled val="1"/>
        </dgm:presLayoutVars>
      </dgm:prSet>
      <dgm:spPr/>
    </dgm:pt>
    <dgm:pt modelId="{9F50272A-140D-4A80-841D-6EFBD7EBC039}" type="pres">
      <dgm:prSet presAssocID="{A2F63249-8033-4850-AB66-3A27107698D2}" presName="FourNodes_4" presStyleLbl="node1" presStyleIdx="3" presStyleCnt="4">
        <dgm:presLayoutVars>
          <dgm:bulletEnabled val="1"/>
        </dgm:presLayoutVars>
      </dgm:prSet>
      <dgm:spPr/>
    </dgm:pt>
    <dgm:pt modelId="{A6B06613-92DE-4ADD-9E74-8B7C7F1F5B9D}" type="pres">
      <dgm:prSet presAssocID="{A2F63249-8033-4850-AB66-3A27107698D2}" presName="FourConn_1-2" presStyleLbl="fgAccFollowNode1" presStyleIdx="0" presStyleCnt="3">
        <dgm:presLayoutVars>
          <dgm:bulletEnabled val="1"/>
        </dgm:presLayoutVars>
      </dgm:prSet>
      <dgm:spPr/>
    </dgm:pt>
    <dgm:pt modelId="{C5418497-57C9-493D-B5D9-CE0EA4A0B564}" type="pres">
      <dgm:prSet presAssocID="{A2F63249-8033-4850-AB66-3A27107698D2}" presName="FourConn_2-3" presStyleLbl="fgAccFollowNode1" presStyleIdx="1" presStyleCnt="3">
        <dgm:presLayoutVars>
          <dgm:bulletEnabled val="1"/>
        </dgm:presLayoutVars>
      </dgm:prSet>
      <dgm:spPr/>
    </dgm:pt>
    <dgm:pt modelId="{F46CB580-199D-44F4-B330-50F167B18DB6}" type="pres">
      <dgm:prSet presAssocID="{A2F63249-8033-4850-AB66-3A27107698D2}" presName="FourConn_3-4" presStyleLbl="fgAccFollowNode1" presStyleIdx="2" presStyleCnt="3">
        <dgm:presLayoutVars>
          <dgm:bulletEnabled val="1"/>
        </dgm:presLayoutVars>
      </dgm:prSet>
      <dgm:spPr/>
    </dgm:pt>
    <dgm:pt modelId="{DF22DF0D-4BC4-459D-9D2E-8DCDC738F128}" type="pres">
      <dgm:prSet presAssocID="{A2F63249-8033-4850-AB66-3A27107698D2}" presName="FourNodes_1_text" presStyleLbl="node1" presStyleIdx="3" presStyleCnt="4">
        <dgm:presLayoutVars>
          <dgm:bulletEnabled val="1"/>
        </dgm:presLayoutVars>
      </dgm:prSet>
      <dgm:spPr/>
    </dgm:pt>
    <dgm:pt modelId="{B81CFD2C-C6AC-4FA2-B004-C40D0289BD0F}" type="pres">
      <dgm:prSet presAssocID="{A2F63249-8033-4850-AB66-3A27107698D2}" presName="FourNodes_2_text" presStyleLbl="node1" presStyleIdx="3" presStyleCnt="4">
        <dgm:presLayoutVars>
          <dgm:bulletEnabled val="1"/>
        </dgm:presLayoutVars>
      </dgm:prSet>
      <dgm:spPr/>
    </dgm:pt>
    <dgm:pt modelId="{AB621415-4321-48EF-9694-79013787DEA0}" type="pres">
      <dgm:prSet presAssocID="{A2F63249-8033-4850-AB66-3A27107698D2}" presName="FourNodes_3_text" presStyleLbl="node1" presStyleIdx="3" presStyleCnt="4">
        <dgm:presLayoutVars>
          <dgm:bulletEnabled val="1"/>
        </dgm:presLayoutVars>
      </dgm:prSet>
      <dgm:spPr/>
    </dgm:pt>
    <dgm:pt modelId="{1C90D6C2-9A19-47B9-8578-2357EC20E1C7}" type="pres">
      <dgm:prSet presAssocID="{A2F63249-8033-4850-AB66-3A27107698D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09D9011-07C5-488C-97E4-1AB75620B2CD}" srcId="{A2F63249-8033-4850-AB66-3A27107698D2}" destId="{4345621D-5CBB-49E9-91E6-C2D42B16EE3F}" srcOrd="3" destOrd="0" parTransId="{EC99CEDD-21E9-4CCE-B400-0D4D0883DDB2}" sibTransId="{1BD15487-F405-4B03-9753-6B9C8AA19115}"/>
    <dgm:cxn modelId="{1F7C831C-D445-441B-9F90-500DC880A716}" type="presOf" srcId="{7E3FA616-4807-4F54-B6A3-590F7E8176EA}" destId="{C5418497-57C9-493D-B5D9-CE0EA4A0B564}" srcOrd="0" destOrd="0" presId="urn:microsoft.com/office/officeart/2005/8/layout/vProcess5"/>
    <dgm:cxn modelId="{6BE3BA31-760B-4E89-93D2-31EC6E06B740}" type="presOf" srcId="{A2F63249-8033-4850-AB66-3A27107698D2}" destId="{52C66291-C79D-4841-8BC1-976549432EA0}" srcOrd="0" destOrd="0" presId="urn:microsoft.com/office/officeart/2005/8/layout/vProcess5"/>
    <dgm:cxn modelId="{A2037664-92B1-4EE9-B1CF-CFBC76B25FB3}" type="presOf" srcId="{8B3E93F0-7103-4DD3-817F-5D3CFCB1C48C}" destId="{B0402287-AFA8-4129-9B96-02CCB0281A09}" srcOrd="0" destOrd="0" presId="urn:microsoft.com/office/officeart/2005/8/layout/vProcess5"/>
    <dgm:cxn modelId="{A039804B-2637-406E-8784-98D6C7437A70}" type="presOf" srcId="{4F5FD829-FFC4-402B-BD51-5D6B7DE59121}" destId="{F9826A31-CFFB-4442-9E51-CD07943185C7}" srcOrd="0" destOrd="0" presId="urn:microsoft.com/office/officeart/2005/8/layout/vProcess5"/>
    <dgm:cxn modelId="{74433B7C-1BC2-476E-B02D-4CB964BC3D4A}" type="presOf" srcId="{99C79BC7-1C55-4626-8C31-67DE9C67AD07}" destId="{B81CFD2C-C6AC-4FA2-B004-C40D0289BD0F}" srcOrd="1" destOrd="0" presId="urn:microsoft.com/office/officeart/2005/8/layout/vProcess5"/>
    <dgm:cxn modelId="{9A419C8E-F6B5-4001-8F39-B40170B91253}" type="presOf" srcId="{4F5FD829-FFC4-402B-BD51-5D6B7DE59121}" destId="{DF22DF0D-4BC4-459D-9D2E-8DCDC738F128}" srcOrd="1" destOrd="0" presId="urn:microsoft.com/office/officeart/2005/8/layout/vProcess5"/>
    <dgm:cxn modelId="{49A20B98-D92F-43BF-8628-D309E571CE63}" type="presOf" srcId="{99C79BC7-1C55-4626-8C31-67DE9C67AD07}" destId="{A2D6ADFD-931D-4459-B0A0-365294F54043}" srcOrd="0" destOrd="0" presId="urn:microsoft.com/office/officeart/2005/8/layout/vProcess5"/>
    <dgm:cxn modelId="{520361AB-2948-43F9-9FC0-7F8883676B76}" type="presOf" srcId="{4345621D-5CBB-49E9-91E6-C2D42B16EE3F}" destId="{9F50272A-140D-4A80-841D-6EFBD7EBC039}" srcOrd="0" destOrd="0" presId="urn:microsoft.com/office/officeart/2005/8/layout/vProcess5"/>
    <dgm:cxn modelId="{F6A135B5-885B-4AC9-8ADD-60BD4008EE15}" srcId="{A2F63249-8033-4850-AB66-3A27107698D2}" destId="{8B3E93F0-7103-4DD3-817F-5D3CFCB1C48C}" srcOrd="2" destOrd="0" parTransId="{250AC887-89D5-4E82-A257-D596AC214E69}" sibTransId="{CD48D253-76CA-42B3-8278-CD5EFA5D1608}"/>
    <dgm:cxn modelId="{618B6FCA-7CF3-481A-93C3-6AFE14F2FF61}" type="presOf" srcId="{8B3E93F0-7103-4DD3-817F-5D3CFCB1C48C}" destId="{AB621415-4321-48EF-9694-79013787DEA0}" srcOrd="1" destOrd="0" presId="urn:microsoft.com/office/officeart/2005/8/layout/vProcess5"/>
    <dgm:cxn modelId="{76F488EB-80AB-4E95-8A76-28F71924A082}" type="presOf" srcId="{EDD3A9FF-DE20-4ED6-B60C-A52656DF3813}" destId="{A6B06613-92DE-4ADD-9E74-8B7C7F1F5B9D}" srcOrd="0" destOrd="0" presId="urn:microsoft.com/office/officeart/2005/8/layout/vProcess5"/>
    <dgm:cxn modelId="{79DFA2F2-D37D-4A1C-BE2F-6F6225303813}" srcId="{A2F63249-8033-4850-AB66-3A27107698D2}" destId="{4F5FD829-FFC4-402B-BD51-5D6B7DE59121}" srcOrd="0" destOrd="0" parTransId="{3660C729-E887-4376-A337-D36E2A6038C0}" sibTransId="{EDD3A9FF-DE20-4ED6-B60C-A52656DF3813}"/>
    <dgm:cxn modelId="{1EA323F5-60A1-4CCC-A9C8-8D76D0F29A26}" type="presOf" srcId="{4345621D-5CBB-49E9-91E6-C2D42B16EE3F}" destId="{1C90D6C2-9A19-47B9-8578-2357EC20E1C7}" srcOrd="1" destOrd="0" presId="urn:microsoft.com/office/officeart/2005/8/layout/vProcess5"/>
    <dgm:cxn modelId="{761E9EFC-A380-4EF1-98F9-6270B1093669}" type="presOf" srcId="{CD48D253-76CA-42B3-8278-CD5EFA5D1608}" destId="{F46CB580-199D-44F4-B330-50F167B18DB6}" srcOrd="0" destOrd="0" presId="urn:microsoft.com/office/officeart/2005/8/layout/vProcess5"/>
    <dgm:cxn modelId="{07D37BFF-A917-4935-96F7-9E780AFF2F3E}" srcId="{A2F63249-8033-4850-AB66-3A27107698D2}" destId="{99C79BC7-1C55-4626-8C31-67DE9C67AD07}" srcOrd="1" destOrd="0" parTransId="{2F8D7301-1204-4176-82EB-5AFAC035CB64}" sibTransId="{7E3FA616-4807-4F54-B6A3-590F7E8176EA}"/>
    <dgm:cxn modelId="{2E5A8990-023C-44C7-93F2-EF192F065E93}" type="presParOf" srcId="{52C66291-C79D-4841-8BC1-976549432EA0}" destId="{C9DC15E0-A049-4CE8-989E-7E93DBA140F2}" srcOrd="0" destOrd="0" presId="urn:microsoft.com/office/officeart/2005/8/layout/vProcess5"/>
    <dgm:cxn modelId="{7E867504-5C0C-4674-8A14-FCECB1E902C3}" type="presParOf" srcId="{52C66291-C79D-4841-8BC1-976549432EA0}" destId="{F9826A31-CFFB-4442-9E51-CD07943185C7}" srcOrd="1" destOrd="0" presId="urn:microsoft.com/office/officeart/2005/8/layout/vProcess5"/>
    <dgm:cxn modelId="{8D5C05E6-67E3-417E-8165-5CEFE873D786}" type="presParOf" srcId="{52C66291-C79D-4841-8BC1-976549432EA0}" destId="{A2D6ADFD-931D-4459-B0A0-365294F54043}" srcOrd="2" destOrd="0" presId="urn:microsoft.com/office/officeart/2005/8/layout/vProcess5"/>
    <dgm:cxn modelId="{39E77400-2AB4-4301-B640-0781AF0F25D5}" type="presParOf" srcId="{52C66291-C79D-4841-8BC1-976549432EA0}" destId="{B0402287-AFA8-4129-9B96-02CCB0281A09}" srcOrd="3" destOrd="0" presId="urn:microsoft.com/office/officeart/2005/8/layout/vProcess5"/>
    <dgm:cxn modelId="{B7D65559-38FF-42D2-B018-14DA982B030B}" type="presParOf" srcId="{52C66291-C79D-4841-8BC1-976549432EA0}" destId="{9F50272A-140D-4A80-841D-6EFBD7EBC039}" srcOrd="4" destOrd="0" presId="urn:microsoft.com/office/officeart/2005/8/layout/vProcess5"/>
    <dgm:cxn modelId="{01BD9313-E379-444E-A574-71D6D71AC5FC}" type="presParOf" srcId="{52C66291-C79D-4841-8BC1-976549432EA0}" destId="{A6B06613-92DE-4ADD-9E74-8B7C7F1F5B9D}" srcOrd="5" destOrd="0" presId="urn:microsoft.com/office/officeart/2005/8/layout/vProcess5"/>
    <dgm:cxn modelId="{8AD42EA2-BD61-4579-9116-05285D4986CD}" type="presParOf" srcId="{52C66291-C79D-4841-8BC1-976549432EA0}" destId="{C5418497-57C9-493D-B5D9-CE0EA4A0B564}" srcOrd="6" destOrd="0" presId="urn:microsoft.com/office/officeart/2005/8/layout/vProcess5"/>
    <dgm:cxn modelId="{D6A2DDE0-C4AB-456D-A781-38107B4FE854}" type="presParOf" srcId="{52C66291-C79D-4841-8BC1-976549432EA0}" destId="{F46CB580-199D-44F4-B330-50F167B18DB6}" srcOrd="7" destOrd="0" presId="urn:microsoft.com/office/officeart/2005/8/layout/vProcess5"/>
    <dgm:cxn modelId="{1CC29DEC-57A0-4362-AA80-64BE3853EC8F}" type="presParOf" srcId="{52C66291-C79D-4841-8BC1-976549432EA0}" destId="{DF22DF0D-4BC4-459D-9D2E-8DCDC738F128}" srcOrd="8" destOrd="0" presId="urn:microsoft.com/office/officeart/2005/8/layout/vProcess5"/>
    <dgm:cxn modelId="{96E4CCCC-08BF-4930-901B-5385DDC08682}" type="presParOf" srcId="{52C66291-C79D-4841-8BC1-976549432EA0}" destId="{B81CFD2C-C6AC-4FA2-B004-C40D0289BD0F}" srcOrd="9" destOrd="0" presId="urn:microsoft.com/office/officeart/2005/8/layout/vProcess5"/>
    <dgm:cxn modelId="{AC64E5B2-8F58-4FE9-8872-DF91D8663704}" type="presParOf" srcId="{52C66291-C79D-4841-8BC1-976549432EA0}" destId="{AB621415-4321-48EF-9694-79013787DEA0}" srcOrd="10" destOrd="0" presId="urn:microsoft.com/office/officeart/2005/8/layout/vProcess5"/>
    <dgm:cxn modelId="{1194E6D0-ABFD-40BC-B1F7-F59F18C7C01C}" type="presParOf" srcId="{52C66291-C79D-4841-8BC1-976549432EA0}" destId="{1C90D6C2-9A19-47B9-8578-2357EC20E1C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087A17-0D42-4CEF-B7CD-FC3C72ABE4D1}">
      <dsp:nvSpPr>
        <dsp:cNvPr id="0" name=""/>
        <dsp:cNvSpPr/>
      </dsp:nvSpPr>
      <dsp:spPr>
        <a:xfrm>
          <a:off x="0" y="213"/>
          <a:ext cx="8190063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Ishihara test </a:t>
          </a:r>
          <a:r>
            <a:rPr lang="en-US" sz="2600" b="0" i="0" kern="1200" baseline="0" dirty="0" err="1"/>
            <a:t>služi</a:t>
          </a:r>
          <a:r>
            <a:rPr lang="en-US" sz="2600" b="0" i="0" kern="1200" baseline="0" dirty="0"/>
            <a:t> za </a:t>
          </a:r>
          <a:r>
            <a:rPr lang="en-US" sz="2600" b="0" i="0" kern="1200" baseline="0" dirty="0" err="1"/>
            <a:t>provjeru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raspoznavanja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boja</a:t>
          </a:r>
          <a:endParaRPr lang="en-US" sz="2600" kern="1200" dirty="0"/>
        </a:p>
      </dsp:txBody>
      <dsp:txXfrm>
        <a:off x="28957" y="29170"/>
        <a:ext cx="8132149" cy="535276"/>
      </dsp:txXfrm>
    </dsp:sp>
    <dsp:sp modelId="{691BC7A5-706E-4EB2-B8AE-93F288D8DED2}">
      <dsp:nvSpPr>
        <dsp:cNvPr id="0" name=""/>
        <dsp:cNvSpPr/>
      </dsp:nvSpPr>
      <dsp:spPr>
        <a:xfrm>
          <a:off x="0" y="668283"/>
          <a:ext cx="8190063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Najčešće</a:t>
          </a:r>
          <a:r>
            <a:rPr lang="en-US" sz="2600" b="0" i="0" kern="1200" baseline="0" dirty="0"/>
            <a:t> se </a:t>
          </a:r>
          <a:r>
            <a:rPr lang="en-US" sz="2600" b="0" i="0" kern="1200" baseline="0" dirty="0" err="1"/>
            <a:t>koristi</a:t>
          </a:r>
          <a:r>
            <a:rPr lang="en-US" sz="2600" b="0" i="0" kern="1200" baseline="0" dirty="0"/>
            <a:t> za </a:t>
          </a:r>
          <a:r>
            <a:rPr lang="en-US" sz="2600" b="0" i="0" kern="1200" baseline="0" dirty="0" err="1"/>
            <a:t>otkrivanje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daltonizma</a:t>
          </a:r>
          <a:endParaRPr lang="en-US" sz="2600" kern="1200" dirty="0"/>
        </a:p>
      </dsp:txBody>
      <dsp:txXfrm>
        <a:off x="28957" y="697240"/>
        <a:ext cx="8132149" cy="535276"/>
      </dsp:txXfrm>
    </dsp:sp>
    <dsp:sp modelId="{39531E36-7D8F-47EA-A0C3-0EC4D880E961}">
      <dsp:nvSpPr>
        <dsp:cNvPr id="0" name=""/>
        <dsp:cNvSpPr/>
      </dsp:nvSpPr>
      <dsp:spPr>
        <a:xfrm>
          <a:off x="0" y="1336353"/>
          <a:ext cx="8190063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Test se sastoji od slika s brojevima od točkica</a:t>
          </a:r>
          <a:endParaRPr lang="en-US" sz="2600" kern="1200"/>
        </a:p>
      </dsp:txBody>
      <dsp:txXfrm>
        <a:off x="28957" y="1365310"/>
        <a:ext cx="8132149" cy="535276"/>
      </dsp:txXfrm>
    </dsp:sp>
    <dsp:sp modelId="{7695EFDA-3E50-45CA-B6B5-B2BAE84B5C1B}">
      <dsp:nvSpPr>
        <dsp:cNvPr id="0" name=""/>
        <dsp:cNvSpPr/>
      </dsp:nvSpPr>
      <dsp:spPr>
        <a:xfrm>
          <a:off x="0" y="2004423"/>
          <a:ext cx="8190063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Korisnik pokušava prepoznati broj</a:t>
          </a:r>
          <a:endParaRPr lang="en-US" sz="2600" kern="1200"/>
        </a:p>
      </dsp:txBody>
      <dsp:txXfrm>
        <a:off x="28957" y="2033380"/>
        <a:ext cx="8132149" cy="5352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26A31-CFFB-4442-9E51-CD07943185C7}">
      <dsp:nvSpPr>
        <dsp:cNvPr id="0" name=""/>
        <dsp:cNvSpPr/>
      </dsp:nvSpPr>
      <dsp:spPr>
        <a:xfrm>
          <a:off x="0" y="0"/>
          <a:ext cx="79247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VSC A11Y olakšava rad s kodom</a:t>
          </a:r>
          <a:endParaRPr lang="en-US" sz="3000" kern="1200"/>
        </a:p>
      </dsp:txBody>
      <dsp:txXfrm>
        <a:off x="23099" y="23099"/>
        <a:ext cx="7007124" cy="742469"/>
      </dsp:txXfrm>
    </dsp:sp>
    <dsp:sp modelId="{A2D6ADFD-931D-4459-B0A0-365294F54043}">
      <dsp:nvSpPr>
        <dsp:cNvPr id="0" name=""/>
        <dsp:cNvSpPr/>
      </dsp:nvSpPr>
      <dsp:spPr>
        <a:xfrm>
          <a:off x="663701" y="932061"/>
          <a:ext cx="79247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89677"/>
                <a:satOff val="-10832"/>
                <a:lumOff val="-2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89677"/>
                <a:satOff val="-10832"/>
                <a:lumOff val="-2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Posebno pomaže osobama s daltonizmom</a:t>
          </a:r>
          <a:endParaRPr lang="en-US" sz="3000" kern="1200"/>
        </a:p>
      </dsp:txBody>
      <dsp:txXfrm>
        <a:off x="686800" y="955160"/>
        <a:ext cx="6702265" cy="742469"/>
      </dsp:txXfrm>
    </dsp:sp>
    <dsp:sp modelId="{B0402287-AFA8-4129-9B96-02CCB0281A09}">
      <dsp:nvSpPr>
        <dsp:cNvPr id="0" name=""/>
        <dsp:cNvSpPr/>
      </dsp:nvSpPr>
      <dsp:spPr>
        <a:xfrm>
          <a:off x="1317497" y="1864122"/>
          <a:ext cx="79247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79354"/>
                <a:satOff val="-21663"/>
                <a:lumOff val="-43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979354"/>
                <a:satOff val="-21663"/>
                <a:lumOff val="-43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Projekt pokazuje važnost pristupačnosti</a:t>
          </a:r>
          <a:endParaRPr lang="en-US" sz="3000" kern="1200"/>
        </a:p>
      </dsp:txBody>
      <dsp:txXfrm>
        <a:off x="1340596" y="1887221"/>
        <a:ext cx="6712171" cy="742468"/>
      </dsp:txXfrm>
    </dsp:sp>
    <dsp:sp modelId="{9F50272A-140D-4A80-841D-6EFBD7EBC039}">
      <dsp:nvSpPr>
        <dsp:cNvPr id="0" name=""/>
        <dsp:cNvSpPr/>
      </dsp:nvSpPr>
      <dsp:spPr>
        <a:xfrm>
          <a:off x="1981199" y="2796183"/>
          <a:ext cx="79247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Mali alati mogu napraviti veliku razliku</a:t>
          </a:r>
          <a:endParaRPr lang="en-US" sz="3000" kern="1200"/>
        </a:p>
      </dsp:txBody>
      <dsp:txXfrm>
        <a:off x="2004298" y="2819282"/>
        <a:ext cx="6702265" cy="742468"/>
      </dsp:txXfrm>
    </dsp:sp>
    <dsp:sp modelId="{A6B06613-92DE-4ADD-9E74-8B7C7F1F5B9D}">
      <dsp:nvSpPr>
        <dsp:cNvPr id="0" name=""/>
        <dsp:cNvSpPr/>
      </dsp:nvSpPr>
      <dsp:spPr>
        <a:xfrm>
          <a:off x="7412165" y="604047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527507" y="604047"/>
        <a:ext cx="281949" cy="385756"/>
      </dsp:txXfrm>
    </dsp:sp>
    <dsp:sp modelId="{C5418497-57C9-493D-B5D9-CE0EA4A0B564}">
      <dsp:nvSpPr>
        <dsp:cNvPr id="0" name=""/>
        <dsp:cNvSpPr/>
      </dsp:nvSpPr>
      <dsp:spPr>
        <a:xfrm>
          <a:off x="8075867" y="1536108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97868"/>
            <a:satOff val="-21282"/>
            <a:lumOff val="-135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597868"/>
              <a:satOff val="-21282"/>
              <a:lumOff val="-13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191209" y="1536108"/>
        <a:ext cx="281949" cy="385756"/>
      </dsp:txXfrm>
    </dsp:sp>
    <dsp:sp modelId="{F46CB580-199D-44F4-B330-50F167B18DB6}">
      <dsp:nvSpPr>
        <dsp:cNvPr id="0" name=""/>
        <dsp:cNvSpPr/>
      </dsp:nvSpPr>
      <dsp:spPr>
        <a:xfrm>
          <a:off x="8729663" y="2468169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45005" y="2468169"/>
        <a:ext cx="281949" cy="385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5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9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0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5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0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6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1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47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5155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2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94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16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08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7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3B157-BC8D-485A-B099-210699CD19F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582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FB97-23DC-DEF4-E179-FCDC19A17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r-HR" sz="7200" b="1" dirty="0"/>
              <a:t>VSC A11Y</a:t>
            </a:r>
            <a:endParaRPr lang="en-US" sz="7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F6705-ED7D-AA9A-072F-1BBC3D7CA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Mateo Štefanek, Leon </a:t>
            </a:r>
            <a:r>
              <a:rPr lang="hr-HR" dirty="0" err="1"/>
              <a:t>Žlender</a:t>
            </a:r>
            <a:r>
              <a:rPr lang="hr-HR" dirty="0"/>
              <a:t>, Filip </a:t>
            </a:r>
            <a:r>
              <a:rPr lang="hr-HR" dirty="0" err="1"/>
              <a:t>Udovčić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84668-51A9-325E-1743-AD8E980A5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8" t="8175" r="10305" b="12514"/>
          <a:stretch>
            <a:fillRect/>
          </a:stretch>
        </p:blipFill>
        <p:spPr>
          <a:xfrm rot="20802091">
            <a:off x="8440517" y="1516618"/>
            <a:ext cx="2265546" cy="2284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3490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0B38558-5389-4817-936F-FD62560C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CCB252B9-42EF-4414-AA22-2A95C1819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F9C2C800-C3E3-4317-A3CC-1558D71F1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6D7A134-69FE-FA4E-1FBD-B797D7F1B0A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68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5502586-682B-4EDF-9515-674BB4E1C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16" name="Round Diagonal Corner Rectangle 7">
              <a:extLst>
                <a:ext uri="{FF2B5EF4-FFF2-40B4-BE49-F238E27FC236}">
                  <a16:creationId xmlns:a16="http://schemas.microsoft.com/office/drawing/2014/main" id="{C4491F87-B86B-413A-ACCD-56525E53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4A25545-7FDA-465A-8546-9D927F828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37" name="Freeform 32">
                <a:extLst>
                  <a:ext uri="{FF2B5EF4-FFF2-40B4-BE49-F238E27FC236}">
                    <a16:creationId xmlns:a16="http://schemas.microsoft.com/office/drawing/2014/main" id="{0AC67F09-E0D9-410A-A4DE-72D31697EB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33">
                <a:extLst>
                  <a:ext uri="{FF2B5EF4-FFF2-40B4-BE49-F238E27FC236}">
                    <a16:creationId xmlns:a16="http://schemas.microsoft.com/office/drawing/2014/main" id="{B78F2FDE-85C9-4650-919F-C35464007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34">
                <a:extLst>
                  <a:ext uri="{FF2B5EF4-FFF2-40B4-BE49-F238E27FC236}">
                    <a16:creationId xmlns:a16="http://schemas.microsoft.com/office/drawing/2014/main" id="{57DD2F8B-5242-455C-B03F-E2F6B6732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37">
                <a:extLst>
                  <a:ext uri="{FF2B5EF4-FFF2-40B4-BE49-F238E27FC236}">
                    <a16:creationId xmlns:a16="http://schemas.microsoft.com/office/drawing/2014/main" id="{B8CE3E90-8A76-4CD5-B28C-D71FF37185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C374541-D033-4B72-A232-5461EEAD4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94766BAB-FE6E-4247-886B-736F831FE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3C954FB2-C7A0-468C-8AD2-C278DCA64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F52FBFD5-A528-4DB8-A802-814A7E421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E57CCB6D-72AF-4D41-8C6C-9750D43DC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19D203AA-CF94-405B-800C-0C7985521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7D053665-E810-419F-9D63-2A54CB477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EAF6153-6BF6-448C-81C1-2817B0F78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A7E0D3C0-552C-4741-AFBE-E665CEA06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CAF96EBF-4E74-4F88-BD05-A4AE1694A4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D49C51B9-E4E4-410D-8AAB-7E308A1D4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354F0627-1BD6-4455-967A-32DB31C82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C21AED9-0CB5-426C-A1C4-6EEB5480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8D8A778B-9916-47AC-A28A-07F01A83F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65323B96-DF0E-463C-B290-C22D3C553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65A0E255-1142-422E-A62A-5044177C5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233A955D-DB0D-42F8-B490-E01FB9C45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F0F0C29B-EB52-470C-AF64-FC54F5C25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A6C0E942-454D-483D-84FB-89308C8F1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8D6EE9-CE76-760F-2EC5-8AACAFBA1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</p:spPr>
        <p:txBody>
          <a:bodyPr>
            <a:normAutofit/>
          </a:bodyPr>
          <a:lstStyle/>
          <a:p>
            <a:pPr algn="ctr"/>
            <a:r>
              <a:rPr lang="hr-HR" dirty="0"/>
              <a:t>UVOD</a:t>
            </a:r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B338E6-8192-658A-8881-68FDE8291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1" y="2252134"/>
            <a:ext cx="9905999" cy="34543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Programiranje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često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vizualno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zahtjevno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sadrži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puno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linija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simbola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boja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Osobe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slabijim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vidom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ili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daltonizmom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imaju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dodatne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poteškoće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Pristupačnost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razvojnim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okruženjima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jako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važna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264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44" name="Rectangle 143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1DA22F-9667-9D25-5460-E14ED76F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618518"/>
            <a:ext cx="4598985" cy="1478570"/>
          </a:xfrm>
        </p:spPr>
        <p:txBody>
          <a:bodyPr>
            <a:normAutofit/>
          </a:bodyPr>
          <a:lstStyle/>
          <a:p>
            <a:r>
              <a:rPr lang="hr-HR" dirty="0"/>
              <a:t>PROBLEM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510B1C-CBDC-5ECE-6E92-CB04EA2E3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9" r="26906"/>
          <a:stretch>
            <a:fillRect/>
          </a:stretch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5C3BF3B-742B-D442-AF62-0BAF942BA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48425" y="2249487"/>
            <a:ext cx="4598986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Greške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kodu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nisu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uvijek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lako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uočljive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Razvojna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okruženja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često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oslanjaju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samo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boje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otežava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učenje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programiranja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početnicima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Daltonisti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teže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razlikuju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boje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32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794A-82BC-0128-243E-B1F560E1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Što je daltonizam?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1742-14AD-3218-B2CA-AFC218F4C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Poremećaj vida</a:t>
            </a:r>
          </a:p>
          <a:p>
            <a:r>
              <a:rPr lang="hr-HR" dirty="0"/>
              <a:t>Teško razlikovanje boja</a:t>
            </a:r>
          </a:p>
          <a:p>
            <a:r>
              <a:rPr lang="hr-HR" dirty="0"/>
              <a:t>Najčešće je nasljedan</a:t>
            </a:r>
          </a:p>
          <a:p>
            <a:r>
              <a:rPr lang="hr-HR" dirty="0"/>
              <a:t>Problem s čunjićima u oku(stanice za boje)</a:t>
            </a:r>
          </a:p>
          <a:p>
            <a:r>
              <a:rPr lang="hr-HR" dirty="0"/>
              <a:t>Postoji više vrsta</a:t>
            </a:r>
          </a:p>
        </p:txBody>
      </p:sp>
    </p:spTree>
    <p:extLst>
      <p:ext uri="{BB962C8B-B14F-4D97-AF65-F5344CB8AC3E}">
        <p14:creationId xmlns:p14="http://schemas.microsoft.com/office/powerpoint/2010/main" val="40491676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E34D-B9AA-98F6-4778-9EAD1705D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hr-HR" dirty="0"/>
              <a:t>Crveno-zeleni daltonizam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5E8BA-F516-58C8-BE5F-40535BA47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6" r="18495" b="2"/>
          <a:stretch>
            <a:fillRect/>
          </a:stretch>
        </p:blipFill>
        <p:spPr>
          <a:xfrm>
            <a:off x="880155" y="2357043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C2EA2-CD66-9CF4-C3CC-E8EB87490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890" y="1897795"/>
            <a:ext cx="4844521" cy="477431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hr-HR" dirty="0"/>
              <a:t>Najčešći oblik daltonizma</a:t>
            </a:r>
          </a:p>
          <a:p>
            <a:pPr>
              <a:lnSpc>
                <a:spcPct val="110000"/>
              </a:lnSpc>
            </a:pPr>
            <a:r>
              <a:rPr lang="hr-HR" dirty="0"/>
              <a:t>Poteškoće sa crvenim i zelenim bojama</a:t>
            </a:r>
          </a:p>
          <a:p>
            <a:pPr>
              <a:lnSpc>
                <a:spcPct val="110000"/>
              </a:lnSpc>
            </a:pPr>
            <a:r>
              <a:rPr lang="hr-HR" dirty="0"/>
              <a:t>Često se zamjenjuju smeđom ili narančastom</a:t>
            </a:r>
          </a:p>
          <a:p>
            <a:pPr>
              <a:lnSpc>
                <a:spcPct val="110000"/>
              </a:lnSpc>
            </a:pPr>
            <a:r>
              <a:rPr lang="hr-HR" dirty="0"/>
              <a:t>Češći kod muškaraca</a:t>
            </a:r>
          </a:p>
          <a:p>
            <a:pPr>
              <a:lnSpc>
                <a:spcPct val="110000"/>
              </a:lnSpc>
            </a:pPr>
            <a:r>
              <a:rPr lang="hr-HR" dirty="0"/>
              <a:t>Vrste:</a:t>
            </a:r>
          </a:p>
          <a:p>
            <a:pPr lvl="1">
              <a:lnSpc>
                <a:spcPct val="110000"/>
              </a:lnSpc>
            </a:pPr>
            <a:r>
              <a:rPr lang="hr-HR" dirty="0" err="1"/>
              <a:t>Protanopija</a:t>
            </a:r>
            <a:r>
              <a:rPr lang="hr-HR" dirty="0"/>
              <a:t>/</a:t>
            </a:r>
            <a:r>
              <a:rPr lang="hr-HR" dirty="0" err="1"/>
              <a:t>protanomalija</a:t>
            </a:r>
            <a:r>
              <a:rPr lang="hr-HR" dirty="0"/>
              <a:t> (crvena)</a:t>
            </a:r>
          </a:p>
          <a:p>
            <a:pPr lvl="1">
              <a:lnSpc>
                <a:spcPct val="110000"/>
              </a:lnSpc>
            </a:pPr>
            <a:r>
              <a:rPr lang="hr-HR" dirty="0"/>
              <a:t>Deuteranopija/</a:t>
            </a:r>
            <a:r>
              <a:rPr lang="hr-HR" dirty="0" err="1"/>
              <a:t>duteranomalija</a:t>
            </a:r>
            <a:r>
              <a:rPr lang="hr-HR" dirty="0"/>
              <a:t> (zelena)</a:t>
            </a:r>
          </a:p>
        </p:txBody>
      </p:sp>
    </p:spTree>
    <p:extLst>
      <p:ext uri="{BB962C8B-B14F-4D97-AF65-F5344CB8AC3E}">
        <p14:creationId xmlns:p14="http://schemas.microsoft.com/office/powerpoint/2010/main" val="2100221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232-3A52-5156-53CB-3DF8A7F8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hr-HR" dirty="0"/>
              <a:t>Plavo-žuti daltonizam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9D238-526F-DE8C-2AD7-0C9F3BD9A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1" y="2482726"/>
            <a:ext cx="4689234" cy="308317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ED67D-8A09-4878-C16F-6AADA8201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8498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hr-HR" sz="2600" dirty="0"/>
              <a:t>Rjeđi oblik daltonizma</a:t>
            </a:r>
          </a:p>
          <a:p>
            <a:pPr>
              <a:lnSpc>
                <a:spcPct val="110000"/>
              </a:lnSpc>
            </a:pPr>
            <a:r>
              <a:rPr lang="hr-HR" sz="2600" dirty="0"/>
              <a:t>Problemi s plavom i žutom bojom</a:t>
            </a:r>
          </a:p>
          <a:p>
            <a:pPr>
              <a:lnSpc>
                <a:spcPct val="110000"/>
              </a:lnSpc>
            </a:pPr>
            <a:r>
              <a:rPr lang="hr-HR" sz="2600" dirty="0"/>
              <a:t>Plava može izgledati zelenkasta, a žuta sivkasta</a:t>
            </a:r>
          </a:p>
          <a:p>
            <a:pPr>
              <a:lnSpc>
                <a:spcPct val="110000"/>
              </a:lnSpc>
            </a:pPr>
            <a:r>
              <a:rPr lang="hr-HR" sz="2600" dirty="0"/>
              <a:t>Jednako često kod muškaraca i žena</a:t>
            </a:r>
          </a:p>
          <a:p>
            <a:pPr>
              <a:lnSpc>
                <a:spcPct val="110000"/>
              </a:lnSpc>
            </a:pPr>
            <a:r>
              <a:rPr lang="hr-HR" sz="2600" dirty="0"/>
              <a:t>Vrste:</a:t>
            </a:r>
          </a:p>
          <a:p>
            <a:pPr lvl="1">
              <a:lnSpc>
                <a:spcPct val="110000"/>
              </a:lnSpc>
            </a:pPr>
            <a:r>
              <a:rPr lang="hr-HR" sz="2400" dirty="0" err="1"/>
              <a:t>Tritanopija</a:t>
            </a:r>
            <a:r>
              <a:rPr lang="hr-HR" sz="2400" dirty="0"/>
              <a:t> </a:t>
            </a:r>
          </a:p>
          <a:p>
            <a:pPr lvl="1">
              <a:lnSpc>
                <a:spcPct val="110000"/>
              </a:lnSpc>
            </a:pPr>
            <a:r>
              <a:rPr lang="hr-HR" sz="2400" dirty="0" err="1"/>
              <a:t>Tritanomalija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713351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1C021-93F0-8902-3672-8F99F12E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ISHIHARA TEST</a:t>
            </a:r>
            <a:endParaRPr lang="en-US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9B4FF67-7CAD-04F5-6573-F24E20F12C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8190063" cy="2597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362FFCA-8304-20B3-7D53-890101967D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422" y="2526320"/>
            <a:ext cx="2640992" cy="2640992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402074230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9AF2E6-18F7-240C-FB3E-E0934D10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hr-HR" sz="3200"/>
              <a:t>KAKO RADI ISHIHARA TEST?</a:t>
            </a:r>
            <a:endParaRPr lang="en-US" sz="32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8C6654-077D-040B-B37E-9F9A741DEF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Implementiran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Pythonu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Koristi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PIL (P</a:t>
            </a:r>
            <a:r>
              <a:rPr kumimoji="0" lang="hr-HR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ython</a:t>
            </a:r>
            <a:r>
              <a:rPr kumimoji="0" lang="hr-HR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r-HR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Imaging</a:t>
            </a:r>
            <a:r>
              <a:rPr kumimoji="0" lang="hr-HR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r-HR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Library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biblioteku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Algoritamski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generira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Ishihara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ploče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Različite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palete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boja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različite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tipove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daltonizma</a:t>
            </a:r>
            <a:endParaRPr kumimoji="0" lang="hr-HR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r-HR" altLang="en-US" sz="2000" dirty="0">
                <a:latin typeface="Arial" panose="020B0604020202020204" pitchFamily="34" charset="0"/>
              </a:rPr>
              <a:t>Novija verzija pretvorena iz Python u </a:t>
            </a:r>
            <a:r>
              <a:rPr lang="hr-HR" altLang="en-US" sz="2000" dirty="0" err="1">
                <a:latin typeface="Arial" panose="020B0604020202020204" pitchFamily="34" charset="0"/>
              </a:rPr>
              <a:t>WebView</a:t>
            </a:r>
            <a:r>
              <a:rPr lang="hr-HR" altLang="en-US" sz="2000" dirty="0">
                <a:latin typeface="Arial" panose="020B0604020202020204" pitchFamily="34" charset="0"/>
              </a:rPr>
              <a:t> za lakše uklapanje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3D9E59A5-3EF2-59C1-FF6E-512DC0680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688386"/>
            <a:ext cx="5456279" cy="545627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3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2485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2DECEC-1E0E-220A-62E1-48273F33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765" y="259253"/>
            <a:ext cx="4598985" cy="1478570"/>
          </a:xfrm>
        </p:spPr>
        <p:txBody>
          <a:bodyPr>
            <a:normAutofit/>
          </a:bodyPr>
          <a:lstStyle/>
          <a:p>
            <a:r>
              <a:rPr lang="hr-HR" sz="4800" dirty="0"/>
              <a:t>RJEŠENJE</a:t>
            </a:r>
            <a:endParaRPr lang="en-US" sz="4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31664ACF-C809-E4DF-B25B-A3A4533AFC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5234" y="101751"/>
            <a:ext cx="8366917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VSC A11Y je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ekstenzija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 Visual Studio Code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Fokusirana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osnovne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elemente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pristupačnosti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mijenja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izvorni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kod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Pomaže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lakšem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uočavanju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problema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kodu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19632-8091-0DE0-059A-61D9D7237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747963"/>
            <a:ext cx="12198297" cy="412489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412585-E34A-B7A1-6AF8-2B101542845F}"/>
              </a:ext>
            </a:extLst>
          </p:cNvPr>
          <p:cNvCxnSpPr>
            <a:cxnSpLocks/>
          </p:cNvCxnSpPr>
          <p:nvPr/>
        </p:nvCxnSpPr>
        <p:spPr>
          <a:xfrm>
            <a:off x="4813592" y="226219"/>
            <a:ext cx="0" cy="15446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2624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F736-B1A2-4C77-32F1-16CDB399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Error</a:t>
            </a:r>
            <a:r>
              <a:rPr lang="hr-HR" dirty="0"/>
              <a:t> i </a:t>
            </a:r>
            <a:r>
              <a:rPr lang="hr-HR" dirty="0" err="1"/>
              <a:t>Warning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C54F25-46B0-2846-3AB5-68A50D019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0"/>
            <a:ext cx="3429000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56687E-1BD9-5779-A9E2-4340E77C7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878" y="1357803"/>
            <a:ext cx="6017656" cy="22566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2E10C2-9B25-516D-7051-1B6EA3E76E56}"/>
              </a:ext>
            </a:extLst>
          </p:cNvPr>
          <p:cNvSpPr txBox="1"/>
          <p:nvPr/>
        </p:nvSpPr>
        <p:spPr>
          <a:xfrm>
            <a:off x="983225" y="2089810"/>
            <a:ext cx="43753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/>
              <a:t>Okviri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/>
              <a:t>Ne oslanja se samo na boje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/>
              <a:t>Pogodno za osobe s daltonizmom</a:t>
            </a:r>
          </a:p>
        </p:txBody>
      </p:sp>
    </p:spTree>
    <p:extLst>
      <p:ext uri="{BB962C8B-B14F-4D97-AF65-F5344CB8AC3E}">
        <p14:creationId xmlns:p14="http://schemas.microsoft.com/office/powerpoint/2010/main" val="622653782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AAF9-376C-7490-D3A3-A86F514C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ZAŠTO JE TO VAŽNO?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C6C4C8-9A1E-333B-099F-0AF221314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511719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Brže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uočavanje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grešaka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Manje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frustracije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tijekom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programiranja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Lakše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praćenje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ispravljanje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iskustvo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učenja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871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FD02-FCB8-7539-8A5D-69A8988E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MOGUćnosti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DFF32-90ED-4D14-D950-613F2837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Mijenjanje boja </a:t>
            </a:r>
            <a:r>
              <a:rPr lang="hr-HR" dirty="0" err="1"/>
              <a:t>errora</a:t>
            </a:r>
            <a:r>
              <a:rPr lang="hr-HR" dirty="0"/>
              <a:t> i </a:t>
            </a:r>
            <a:r>
              <a:rPr lang="hr-HR" dirty="0" err="1"/>
              <a:t>warninga</a:t>
            </a:r>
            <a:endParaRPr lang="hr-HR" dirty="0"/>
          </a:p>
          <a:p>
            <a:r>
              <a:rPr lang="hr-HR" dirty="0"/>
              <a:t>Mijenjanje tema ovisno o vrsti daltonizma</a:t>
            </a:r>
          </a:p>
          <a:p>
            <a:r>
              <a:rPr lang="hr-HR" dirty="0"/>
              <a:t>Svijetla i tamna tema za svaki poremećaj</a:t>
            </a:r>
          </a:p>
          <a:p>
            <a:r>
              <a:rPr lang="hr-HR" dirty="0"/>
              <a:t>Ugrađen </a:t>
            </a:r>
            <a:r>
              <a:rPr lang="hr-HR" dirty="0" err="1"/>
              <a:t>Ishihara</a:t>
            </a:r>
            <a:r>
              <a:rPr lang="hr-HR" dirty="0"/>
              <a:t> test u ekstenziju</a:t>
            </a:r>
          </a:p>
          <a:p>
            <a:r>
              <a:rPr lang="hr-HR" dirty="0"/>
              <a:t>Mijenjanje veličine teksta u terminalu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FAAEE-E5F8-23A8-C4C4-69ABD4A4D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6679"/>
            <a:ext cx="2429214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35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B4C9-37F2-5BC7-348C-EE2A4181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TEHNIČKA REALIZACIJA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F82811-5F86-A9AE-1E57-BDDFF0992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60020"/>
            <a:ext cx="6477607" cy="2217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TypeScript – VS Code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ekstenzija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  <a:r>
              <a:rPr kumimoji="0" lang="hr-HR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 </a:t>
            </a:r>
            <a:r>
              <a:rPr kumimoji="0" lang="hr-HR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WebView</a:t>
            </a:r>
            <a:r>
              <a:rPr kumimoji="0" lang="hr-HR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Ishihara test</a:t>
            </a:r>
            <a:endParaRPr kumimoji="0" lang="hr-HR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mijenja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izvorni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korisnika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426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925F62-4B20-463B-9F83-9AF618698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1478570"/>
          </a:xfrm>
        </p:spPr>
        <p:txBody>
          <a:bodyPr>
            <a:normAutofit/>
          </a:bodyPr>
          <a:lstStyle/>
          <a:p>
            <a:r>
              <a:rPr lang="hr-HR" sz="3200"/>
              <a:t>PREDNOSTI PROJEKTA</a:t>
            </a:r>
            <a:endParaRPr lang="en-US" sz="32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E2F3661-23BD-EDA9-4B71-63A0EF2503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62519" y="2249487"/>
            <a:ext cx="3084892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Poboljšava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pristupačnost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Koristan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učenike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početnike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Jednostavan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korištenje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Projekt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može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dalje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nadograđivati</a:t>
            </a:r>
            <a:endParaRPr kumimoji="0" lang="hr-HR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r-HR" altLang="en-US" sz="1800" dirty="0">
                <a:latin typeface="Arial" panose="020B0604020202020204" pitchFamily="34" charset="0"/>
              </a:rPr>
              <a:t>Dostupan svima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D5259-82CA-4BC8-526A-175565094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34"/>
          <a:stretch>
            <a:fillRect/>
          </a:stretch>
        </p:blipFill>
        <p:spPr>
          <a:xfrm>
            <a:off x="-5597" y="10"/>
            <a:ext cx="75585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25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EF87B-C44F-F21B-E542-527FC816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hr-HR" dirty="0"/>
              <a:t>ZAKLJUČAK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7B44C6-D07E-42FD-6C73-66E9999133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585319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2321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286</TotalTime>
  <Words>368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VSC A11Y</vt:lpstr>
      <vt:lpstr>UVOD</vt:lpstr>
      <vt:lpstr>PROBLEM</vt:lpstr>
      <vt:lpstr>Što je daltonizam?</vt:lpstr>
      <vt:lpstr>Crveno-zeleni daltonizam</vt:lpstr>
      <vt:lpstr>Plavo-žuti daltonizam</vt:lpstr>
      <vt:lpstr>ISHIHARA TEST</vt:lpstr>
      <vt:lpstr>KAKO RADI ISHIHARA TEST?</vt:lpstr>
      <vt:lpstr>RJEŠENJE</vt:lpstr>
      <vt:lpstr>Error i Warning</vt:lpstr>
      <vt:lpstr>ZAŠTO JE TO VAŽNO?</vt:lpstr>
      <vt:lpstr>MOGUćnosti</vt:lpstr>
      <vt:lpstr>TEHNIČKA REALIZACIJA</vt:lpstr>
      <vt:lpstr>PREDNOSTI PROJEKTA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Mateo Štefanek</dc:creator>
  <cp:lastModifiedBy>Mateo Štefanek</cp:lastModifiedBy>
  <cp:revision>4</cp:revision>
  <dcterms:created xsi:type="dcterms:W3CDTF">2026-02-06T18:20:30Z</dcterms:created>
  <dcterms:modified xsi:type="dcterms:W3CDTF">2026-04-05T19:14:34Z</dcterms:modified>
</cp:coreProperties>
</file>